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32"/>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B02AC8-C58E-4689-8988-DB501EE859F9}" v="40" dt="2025-09-11T11:55:08.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327" autoAdjust="0"/>
  </p:normalViewPr>
  <p:slideViewPr>
    <p:cSldViewPr snapToGrid="0">
      <p:cViewPr varScale="1">
        <p:scale>
          <a:sx n="74" d="100"/>
          <a:sy n="74" d="100"/>
        </p:scale>
        <p:origin x="20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chi Sonaje" userId="55cce85506e0433c" providerId="LiveId" clId="{C0A61291-D7B0-4968-B9CC-17C97F4B01D5}"/>
    <pc:docChg chg="undo custSel addSld delSld modSld">
      <pc:chgData name="Prachi Sonaje" userId="55cce85506e0433c" providerId="LiveId" clId="{C0A61291-D7B0-4968-B9CC-17C97F4B01D5}" dt="2025-09-22T07:11:37.437" v="977" actId="20577"/>
      <pc:docMkLst>
        <pc:docMk/>
      </pc:docMkLst>
      <pc:sldChg chg="modSp mod">
        <pc:chgData name="Prachi Sonaje" userId="55cce85506e0433c" providerId="LiveId" clId="{C0A61291-D7B0-4968-B9CC-17C97F4B01D5}" dt="2025-09-10T15:41:35.326" v="506" actId="1076"/>
        <pc:sldMkLst>
          <pc:docMk/>
          <pc:sldMk cId="3620437485" sldId="256"/>
        </pc:sldMkLst>
        <pc:picChg chg="mod">
          <ac:chgData name="Prachi Sonaje" userId="55cce85506e0433c" providerId="LiveId" clId="{C0A61291-D7B0-4968-B9CC-17C97F4B01D5}" dt="2025-09-10T15:41:35.326" v="506" actId="1076"/>
          <ac:picMkLst>
            <pc:docMk/>
            <pc:sldMk cId="3620437485" sldId="256"/>
            <ac:picMk id="7" creationId="{C7D9D86B-0738-4FE7-EA8C-3D5D8B92EE1E}"/>
          </ac:picMkLst>
        </pc:picChg>
      </pc:sldChg>
      <pc:sldChg chg="addSp delSp modSp mod">
        <pc:chgData name="Prachi Sonaje" userId="55cce85506e0433c" providerId="LiveId" clId="{C0A61291-D7B0-4968-B9CC-17C97F4B01D5}" dt="2025-09-10T15:40:43.105" v="504" actId="1076"/>
        <pc:sldMkLst>
          <pc:docMk/>
          <pc:sldMk cId="2751340479" sldId="257"/>
        </pc:sldMkLst>
        <pc:spChg chg="mod">
          <ac:chgData name="Prachi Sonaje" userId="55cce85506e0433c" providerId="LiveId" clId="{C0A61291-D7B0-4968-B9CC-17C97F4B01D5}" dt="2025-09-10T15:37:58.052" v="482" actId="404"/>
          <ac:spMkLst>
            <pc:docMk/>
            <pc:sldMk cId="2751340479" sldId="257"/>
            <ac:spMk id="2" creationId="{013937BE-8F36-1A1A-6954-1AE728B42C8C}"/>
          </ac:spMkLst>
        </pc:spChg>
        <pc:picChg chg="add mod">
          <ac:chgData name="Prachi Sonaje" userId="55cce85506e0433c" providerId="LiveId" clId="{C0A61291-D7B0-4968-B9CC-17C97F4B01D5}" dt="2025-09-10T15:40:43.105" v="504" actId="1076"/>
          <ac:picMkLst>
            <pc:docMk/>
            <pc:sldMk cId="2751340479" sldId="257"/>
            <ac:picMk id="6" creationId="{2311F958-F73F-5DC6-D9BD-8BA5466CC7FB}"/>
          </ac:picMkLst>
        </pc:picChg>
      </pc:sldChg>
      <pc:sldChg chg="addSp modSp new mod">
        <pc:chgData name="Prachi Sonaje" userId="55cce85506e0433c" providerId="LiveId" clId="{C0A61291-D7B0-4968-B9CC-17C97F4B01D5}" dt="2025-09-22T07:11:37.437" v="977" actId="20577"/>
        <pc:sldMkLst>
          <pc:docMk/>
          <pc:sldMk cId="2324643886" sldId="258"/>
        </pc:sldMkLst>
        <pc:spChg chg="mod">
          <ac:chgData name="Prachi Sonaje" userId="55cce85506e0433c" providerId="LiveId" clId="{C0A61291-D7B0-4968-B9CC-17C97F4B01D5}" dt="2025-09-22T07:11:37.437" v="977" actId="20577"/>
          <ac:spMkLst>
            <pc:docMk/>
            <pc:sldMk cId="2324643886" sldId="258"/>
            <ac:spMk id="2" creationId="{74846F56-C745-7926-3FAC-0C618201AFBB}"/>
          </ac:spMkLst>
        </pc:spChg>
        <pc:picChg chg="add mod">
          <ac:chgData name="Prachi Sonaje" userId="55cce85506e0433c" providerId="LiveId" clId="{C0A61291-D7B0-4968-B9CC-17C97F4B01D5}" dt="2025-09-16T05:39:58.009" v="672" actId="1036"/>
          <ac:picMkLst>
            <pc:docMk/>
            <pc:sldMk cId="2324643886" sldId="258"/>
            <ac:picMk id="4" creationId="{7A03FE1B-23EE-B28C-D32D-8B821E1C2E76}"/>
          </ac:picMkLst>
        </pc:picChg>
      </pc:sldChg>
      <pc:sldChg chg="addSp delSp modSp new mod">
        <pc:chgData name="Prachi Sonaje" userId="55cce85506e0433c" providerId="LiveId" clId="{C0A61291-D7B0-4968-B9CC-17C97F4B01D5}" dt="2025-09-22T07:05:24.001" v="716" actId="20577"/>
        <pc:sldMkLst>
          <pc:docMk/>
          <pc:sldMk cId="1438644207" sldId="259"/>
        </pc:sldMkLst>
        <pc:spChg chg="mod">
          <ac:chgData name="Prachi Sonaje" userId="55cce85506e0433c" providerId="LiveId" clId="{C0A61291-D7B0-4968-B9CC-17C97F4B01D5}" dt="2025-09-22T07:05:17.926" v="698" actId="20577"/>
          <ac:spMkLst>
            <pc:docMk/>
            <pc:sldMk cId="1438644207" sldId="259"/>
            <ac:spMk id="2" creationId="{1568100D-A630-89CF-92F5-650CA54D4199}"/>
          </ac:spMkLst>
        </pc:spChg>
        <pc:spChg chg="mod">
          <ac:chgData name="Prachi Sonaje" userId="55cce85506e0433c" providerId="LiveId" clId="{C0A61291-D7B0-4968-B9CC-17C97F4B01D5}" dt="2025-09-22T07:05:24.001" v="716" actId="20577"/>
          <ac:spMkLst>
            <pc:docMk/>
            <pc:sldMk cId="1438644207" sldId="259"/>
            <ac:spMk id="4" creationId="{7D820167-8751-88B4-3C60-F5B7B9E8D323}"/>
          </ac:spMkLst>
        </pc:spChg>
        <pc:picChg chg="add del mod">
          <ac:chgData name="Prachi Sonaje" userId="55cce85506e0433c" providerId="LiveId" clId="{C0A61291-D7B0-4968-B9CC-17C97F4B01D5}" dt="2025-09-11T13:07:21.575" v="666" actId="1035"/>
          <ac:picMkLst>
            <pc:docMk/>
            <pc:sldMk cId="1438644207" sldId="259"/>
            <ac:picMk id="6" creationId="{F587040C-E454-1287-42AA-3083305D6B7B}"/>
          </ac:picMkLst>
        </pc:picChg>
      </pc:sldChg>
      <pc:sldChg chg="addSp delSp modSp add mod">
        <pc:chgData name="Prachi Sonaje" userId="55cce85506e0433c" providerId="LiveId" clId="{C0A61291-D7B0-4968-B9CC-17C97F4B01D5}" dt="2025-09-22T07:05:41.624" v="751" actId="20577"/>
        <pc:sldMkLst>
          <pc:docMk/>
          <pc:sldMk cId="1446770679" sldId="260"/>
        </pc:sldMkLst>
        <pc:spChg chg="mod">
          <ac:chgData name="Prachi Sonaje" userId="55cce85506e0433c" providerId="LiveId" clId="{C0A61291-D7B0-4968-B9CC-17C97F4B01D5}" dt="2025-09-22T07:05:34.868" v="736" actId="20577"/>
          <ac:spMkLst>
            <pc:docMk/>
            <pc:sldMk cId="1446770679" sldId="260"/>
            <ac:spMk id="2" creationId="{FC555BC1-CFD7-9630-2448-9F50505B964A}"/>
          </ac:spMkLst>
        </pc:spChg>
        <pc:spChg chg="mod">
          <ac:chgData name="Prachi Sonaje" userId="55cce85506e0433c" providerId="LiveId" clId="{C0A61291-D7B0-4968-B9CC-17C97F4B01D5}" dt="2025-09-22T07:05:41.624" v="751" actId="20577"/>
          <ac:spMkLst>
            <pc:docMk/>
            <pc:sldMk cId="1446770679" sldId="260"/>
            <ac:spMk id="4" creationId="{62DA4575-11F2-7806-97EA-EA00BE7199EA}"/>
          </ac:spMkLst>
        </pc:spChg>
        <pc:picChg chg="add mod">
          <ac:chgData name="Prachi Sonaje" userId="55cce85506e0433c" providerId="LiveId" clId="{C0A61291-D7B0-4968-B9CC-17C97F4B01D5}" dt="2025-09-10T15:01:52.330" v="166"/>
          <ac:picMkLst>
            <pc:docMk/>
            <pc:sldMk cId="1446770679" sldId="260"/>
            <ac:picMk id="8" creationId="{20B29555-B48E-B106-943B-A84BCAF3D823}"/>
          </ac:picMkLst>
        </pc:picChg>
      </pc:sldChg>
      <pc:sldChg chg="add del">
        <pc:chgData name="Prachi Sonaje" userId="55cce85506e0433c" providerId="LiveId" clId="{C0A61291-D7B0-4968-B9CC-17C97F4B01D5}" dt="2025-09-10T14:57:33.063" v="137" actId="2890"/>
        <pc:sldMkLst>
          <pc:docMk/>
          <pc:sldMk cId="2256591559" sldId="260"/>
        </pc:sldMkLst>
      </pc:sldChg>
      <pc:sldChg chg="addSp delSp modSp add mod">
        <pc:chgData name="Prachi Sonaje" userId="55cce85506e0433c" providerId="LiveId" clId="{C0A61291-D7B0-4968-B9CC-17C97F4B01D5}" dt="2025-09-22T07:05:58.604" v="786" actId="20577"/>
        <pc:sldMkLst>
          <pc:docMk/>
          <pc:sldMk cId="2834847134" sldId="261"/>
        </pc:sldMkLst>
        <pc:spChg chg="mod">
          <ac:chgData name="Prachi Sonaje" userId="55cce85506e0433c" providerId="LiveId" clId="{C0A61291-D7B0-4968-B9CC-17C97F4B01D5}" dt="2025-09-22T07:05:50.963" v="769" actId="20577"/>
          <ac:spMkLst>
            <pc:docMk/>
            <pc:sldMk cId="2834847134" sldId="261"/>
            <ac:spMk id="2" creationId="{3BDEA4A1-D693-FF3E-4650-24385FC1C30E}"/>
          </ac:spMkLst>
        </pc:spChg>
        <pc:spChg chg="mod">
          <ac:chgData name="Prachi Sonaje" userId="55cce85506e0433c" providerId="LiveId" clId="{C0A61291-D7B0-4968-B9CC-17C97F4B01D5}" dt="2025-09-22T07:05:58.604" v="786" actId="20577"/>
          <ac:spMkLst>
            <pc:docMk/>
            <pc:sldMk cId="2834847134" sldId="261"/>
            <ac:spMk id="4" creationId="{91B1BD66-441A-FA0F-A319-CC38F17366BE}"/>
          </ac:spMkLst>
        </pc:spChg>
        <pc:picChg chg="add mod">
          <ac:chgData name="Prachi Sonaje" userId="55cce85506e0433c" providerId="LiveId" clId="{C0A61291-D7B0-4968-B9CC-17C97F4B01D5}" dt="2025-09-10T15:19:38.390" v="283" actId="1076"/>
          <ac:picMkLst>
            <pc:docMk/>
            <pc:sldMk cId="2834847134" sldId="261"/>
            <ac:picMk id="7" creationId="{CFB76C7A-D78F-F09A-FA49-F4C2C809489E}"/>
          </ac:picMkLst>
        </pc:picChg>
      </pc:sldChg>
      <pc:sldChg chg="addSp delSp modSp add mod">
        <pc:chgData name="Prachi Sonaje" userId="55cce85506e0433c" providerId="LiveId" clId="{C0A61291-D7B0-4968-B9CC-17C97F4B01D5}" dt="2025-09-22T07:06:16.172" v="829" actId="20577"/>
        <pc:sldMkLst>
          <pc:docMk/>
          <pc:sldMk cId="2315947372" sldId="262"/>
        </pc:sldMkLst>
        <pc:spChg chg="mod">
          <ac:chgData name="Prachi Sonaje" userId="55cce85506e0433c" providerId="LiveId" clId="{C0A61291-D7B0-4968-B9CC-17C97F4B01D5}" dt="2025-09-22T07:06:10.187" v="811" actId="20577"/>
          <ac:spMkLst>
            <pc:docMk/>
            <pc:sldMk cId="2315947372" sldId="262"/>
            <ac:spMk id="2" creationId="{BD4C88F2-6447-1420-7CDC-6BED54FA6C6A}"/>
          </ac:spMkLst>
        </pc:spChg>
        <pc:spChg chg="mod">
          <ac:chgData name="Prachi Sonaje" userId="55cce85506e0433c" providerId="LiveId" clId="{C0A61291-D7B0-4968-B9CC-17C97F4B01D5}" dt="2025-09-22T07:06:16.172" v="829" actId="20577"/>
          <ac:spMkLst>
            <pc:docMk/>
            <pc:sldMk cId="2315947372" sldId="262"/>
            <ac:spMk id="4" creationId="{9B1F032B-30AD-4FB2-4F93-D7E2BCA83582}"/>
          </ac:spMkLst>
        </pc:spChg>
        <pc:picChg chg="add mod">
          <ac:chgData name="Prachi Sonaje" userId="55cce85506e0433c" providerId="LiveId" clId="{C0A61291-D7B0-4968-B9CC-17C97F4B01D5}" dt="2025-09-10T15:19:33.938" v="282" actId="1076"/>
          <ac:picMkLst>
            <pc:docMk/>
            <pc:sldMk cId="2315947372" sldId="262"/>
            <ac:picMk id="8" creationId="{2F543EA2-8288-9584-F2A6-4044869A497F}"/>
          </ac:picMkLst>
        </pc:picChg>
      </pc:sldChg>
      <pc:sldChg chg="addSp delSp modSp add mod">
        <pc:chgData name="Prachi Sonaje" userId="55cce85506e0433c" providerId="LiveId" clId="{C0A61291-D7B0-4968-B9CC-17C97F4B01D5}" dt="2025-09-22T07:06:43.003" v="878" actId="20577"/>
        <pc:sldMkLst>
          <pc:docMk/>
          <pc:sldMk cId="2887213279" sldId="263"/>
        </pc:sldMkLst>
        <pc:spChg chg="mod">
          <ac:chgData name="Prachi Sonaje" userId="55cce85506e0433c" providerId="LiveId" clId="{C0A61291-D7B0-4968-B9CC-17C97F4B01D5}" dt="2025-09-22T07:06:43.003" v="878" actId="20577"/>
          <ac:spMkLst>
            <pc:docMk/>
            <pc:sldMk cId="2887213279" sldId="263"/>
            <ac:spMk id="2" creationId="{85AF07EF-5909-B2EA-6AD9-F19DC36C1551}"/>
          </ac:spMkLst>
        </pc:spChg>
        <pc:spChg chg="mod">
          <ac:chgData name="Prachi Sonaje" userId="55cce85506e0433c" providerId="LiveId" clId="{C0A61291-D7B0-4968-B9CC-17C97F4B01D5}" dt="2025-09-22T07:06:34.117" v="877" actId="20577"/>
          <ac:spMkLst>
            <pc:docMk/>
            <pc:sldMk cId="2887213279" sldId="263"/>
            <ac:spMk id="4" creationId="{AA4B9E51-592F-7CAC-514D-7796DA141A48}"/>
          </ac:spMkLst>
        </pc:spChg>
        <pc:picChg chg="add mod">
          <ac:chgData name="Prachi Sonaje" userId="55cce85506e0433c" providerId="LiveId" clId="{C0A61291-D7B0-4968-B9CC-17C97F4B01D5}" dt="2025-09-10T15:22:11.115" v="319"/>
          <ac:picMkLst>
            <pc:docMk/>
            <pc:sldMk cId="2887213279" sldId="263"/>
            <ac:picMk id="7" creationId="{D23DFE5B-B30D-D6F7-56B7-974D9CB5E99F}"/>
          </ac:picMkLst>
        </pc:picChg>
      </pc:sldChg>
      <pc:sldChg chg="addSp delSp modSp new mod">
        <pc:chgData name="Prachi Sonaje" userId="55cce85506e0433c" providerId="LiveId" clId="{C0A61291-D7B0-4968-B9CC-17C97F4B01D5}" dt="2025-09-22T07:07:06.342" v="890" actId="20577"/>
        <pc:sldMkLst>
          <pc:docMk/>
          <pc:sldMk cId="3786464641" sldId="264"/>
        </pc:sldMkLst>
        <pc:spChg chg="mod">
          <ac:chgData name="Prachi Sonaje" userId="55cce85506e0433c" providerId="LiveId" clId="{C0A61291-D7B0-4968-B9CC-17C97F4B01D5}" dt="2025-09-22T07:07:06.342" v="890" actId="20577"/>
          <ac:spMkLst>
            <pc:docMk/>
            <pc:sldMk cId="3786464641" sldId="264"/>
            <ac:spMk id="2" creationId="{61A09EE7-3B6E-225E-0506-5F291994BA8D}"/>
          </ac:spMkLst>
        </pc:spChg>
        <pc:picChg chg="add mod">
          <ac:chgData name="Prachi Sonaje" userId="55cce85506e0433c" providerId="LiveId" clId="{C0A61291-D7B0-4968-B9CC-17C97F4B01D5}" dt="2025-09-10T15:33:38.201" v="454"/>
          <ac:picMkLst>
            <pc:docMk/>
            <pc:sldMk cId="3786464641" sldId="264"/>
            <ac:picMk id="5" creationId="{6BC0CF72-09EC-B483-B879-F7FD922FCB96}"/>
          </ac:picMkLst>
        </pc:picChg>
      </pc:sldChg>
      <pc:sldChg chg="addSp delSp modSp add mod">
        <pc:chgData name="Prachi Sonaje" userId="55cce85506e0433c" providerId="LiveId" clId="{C0A61291-D7B0-4968-B9CC-17C97F4B01D5}" dt="2025-09-22T07:07:14.990" v="899" actId="20577"/>
        <pc:sldMkLst>
          <pc:docMk/>
          <pc:sldMk cId="2119942362" sldId="265"/>
        </pc:sldMkLst>
        <pc:spChg chg="mod">
          <ac:chgData name="Prachi Sonaje" userId="55cce85506e0433c" providerId="LiveId" clId="{C0A61291-D7B0-4968-B9CC-17C97F4B01D5}" dt="2025-09-22T07:07:14.990" v="899" actId="20577"/>
          <ac:spMkLst>
            <pc:docMk/>
            <pc:sldMk cId="2119942362" sldId="265"/>
            <ac:spMk id="2" creationId="{E903FBAA-B844-A344-B434-45FA5495F11B}"/>
          </ac:spMkLst>
        </pc:spChg>
        <pc:picChg chg="add mod">
          <ac:chgData name="Prachi Sonaje" userId="55cce85506e0433c" providerId="LiveId" clId="{C0A61291-D7B0-4968-B9CC-17C97F4B01D5}" dt="2025-09-10T15:33:15.737" v="453"/>
          <ac:picMkLst>
            <pc:docMk/>
            <pc:sldMk cId="2119942362" sldId="265"/>
            <ac:picMk id="7" creationId="{86C03A6D-9362-5F78-B06E-5DFB615D3C1F}"/>
          </ac:picMkLst>
        </pc:picChg>
      </pc:sldChg>
      <pc:sldChg chg="addSp delSp modSp add mod">
        <pc:chgData name="Prachi Sonaje" userId="55cce85506e0433c" providerId="LiveId" clId="{C0A61291-D7B0-4968-B9CC-17C97F4B01D5}" dt="2025-09-22T07:07:23.211" v="908" actId="20577"/>
        <pc:sldMkLst>
          <pc:docMk/>
          <pc:sldMk cId="1427990104" sldId="266"/>
        </pc:sldMkLst>
        <pc:spChg chg="mod">
          <ac:chgData name="Prachi Sonaje" userId="55cce85506e0433c" providerId="LiveId" clId="{C0A61291-D7B0-4968-B9CC-17C97F4B01D5}" dt="2025-09-22T07:07:23.211" v="908" actId="20577"/>
          <ac:spMkLst>
            <pc:docMk/>
            <pc:sldMk cId="1427990104" sldId="266"/>
            <ac:spMk id="2" creationId="{79851734-640D-AD10-165B-99D1278D0FC6}"/>
          </ac:spMkLst>
        </pc:spChg>
        <pc:picChg chg="add mod ord">
          <ac:chgData name="Prachi Sonaje" userId="55cce85506e0433c" providerId="LiveId" clId="{C0A61291-D7B0-4968-B9CC-17C97F4B01D5}" dt="2025-09-10T15:33:04.580" v="452"/>
          <ac:picMkLst>
            <pc:docMk/>
            <pc:sldMk cId="1427990104" sldId="266"/>
            <ac:picMk id="6" creationId="{A9E3E366-F63D-625E-5935-FE4921725451}"/>
          </ac:picMkLst>
        </pc:picChg>
      </pc:sldChg>
      <pc:sldChg chg="addSp delSp modSp add mod">
        <pc:chgData name="Prachi Sonaje" userId="55cce85506e0433c" providerId="LiveId" clId="{C0A61291-D7B0-4968-B9CC-17C97F4B01D5}" dt="2025-09-22T07:07:32.445" v="918" actId="20577"/>
        <pc:sldMkLst>
          <pc:docMk/>
          <pc:sldMk cId="2635171043" sldId="267"/>
        </pc:sldMkLst>
        <pc:spChg chg="mod">
          <ac:chgData name="Prachi Sonaje" userId="55cce85506e0433c" providerId="LiveId" clId="{C0A61291-D7B0-4968-B9CC-17C97F4B01D5}" dt="2025-09-22T07:07:32.445" v="918" actId="20577"/>
          <ac:spMkLst>
            <pc:docMk/>
            <pc:sldMk cId="2635171043" sldId="267"/>
            <ac:spMk id="2" creationId="{C462CCB0-8018-3B39-ACA3-5247853C1A9A}"/>
          </ac:spMkLst>
        </pc:spChg>
      </pc:sldChg>
      <pc:sldChg chg="addSp delSp modSp add mod">
        <pc:chgData name="Prachi Sonaje" userId="55cce85506e0433c" providerId="LiveId" clId="{C0A61291-D7B0-4968-B9CC-17C97F4B01D5}" dt="2025-09-22T07:07:52.327" v="941" actId="20577"/>
        <pc:sldMkLst>
          <pc:docMk/>
          <pc:sldMk cId="3445988924" sldId="268"/>
        </pc:sldMkLst>
        <pc:spChg chg="mod">
          <ac:chgData name="Prachi Sonaje" userId="55cce85506e0433c" providerId="LiveId" clId="{C0A61291-D7B0-4968-B9CC-17C97F4B01D5}" dt="2025-09-22T07:07:52.327" v="941" actId="20577"/>
          <ac:spMkLst>
            <pc:docMk/>
            <pc:sldMk cId="3445988924" sldId="268"/>
            <ac:spMk id="2" creationId="{48DAFBE4-DB58-D204-3082-363A545A77DD}"/>
          </ac:spMkLst>
        </pc:spChg>
      </pc:sldChg>
      <pc:sldChg chg="addSp delSp modSp new mod">
        <pc:chgData name="Prachi Sonaje" userId="55cce85506e0433c" providerId="LiveId" clId="{C0A61291-D7B0-4968-B9CC-17C97F4B01D5}" dt="2025-09-10T15:47:11.130" v="555" actId="1076"/>
        <pc:sldMkLst>
          <pc:docMk/>
          <pc:sldMk cId="1298716804" sldId="269"/>
        </pc:sldMkLst>
        <pc:spChg chg="mod">
          <ac:chgData name="Prachi Sonaje" userId="55cce85506e0433c" providerId="LiveId" clId="{C0A61291-D7B0-4968-B9CC-17C97F4B01D5}" dt="2025-09-10T15:47:11.130" v="555" actId="1076"/>
          <ac:spMkLst>
            <pc:docMk/>
            <pc:sldMk cId="1298716804" sldId="269"/>
            <ac:spMk id="2" creationId="{5D6DE776-1AD6-588C-0E7E-3BD2EE59415F}"/>
          </ac:spMkLst>
        </pc:spChg>
        <pc:picChg chg="add mod">
          <ac:chgData name="Prachi Sonaje" userId="55cce85506e0433c" providerId="LiveId" clId="{C0A61291-D7B0-4968-B9CC-17C97F4B01D5}" dt="2025-09-10T15:46:37.271" v="549" actId="14100"/>
          <ac:picMkLst>
            <pc:docMk/>
            <pc:sldMk cId="1298716804" sldId="269"/>
            <ac:picMk id="9" creationId="{0E706BFC-A806-BF0A-CC36-B6F92006CBDC}"/>
          </ac:picMkLst>
        </pc:picChg>
      </pc:sldChg>
      <pc:sldChg chg="modSp mod">
        <pc:chgData name="Prachi Sonaje" userId="55cce85506e0433c" providerId="LiveId" clId="{C0A61291-D7B0-4968-B9CC-17C97F4B01D5}" dt="2025-09-11T13:07:47.940" v="670" actId="20577"/>
        <pc:sldMkLst>
          <pc:docMk/>
          <pc:sldMk cId="3111665145" sldId="270"/>
        </pc:sldMkLst>
        <pc:spChg chg="mod">
          <ac:chgData name="Prachi Sonaje" userId="55cce85506e0433c" providerId="LiveId" clId="{C0A61291-D7B0-4968-B9CC-17C97F4B01D5}" dt="2025-09-11T13:07:47.940" v="670" actId="20577"/>
          <ac:spMkLst>
            <pc:docMk/>
            <pc:sldMk cId="3111665145" sldId="270"/>
            <ac:spMk id="2" creationId="{EFACBCCE-1D0E-EE5F-0639-57616F7AE0AF}"/>
          </ac:spMkLst>
        </pc:spChg>
      </pc:sldChg>
      <pc:sldChg chg="addSp delSp modSp add mod">
        <pc:chgData name="Prachi Sonaje" userId="55cce85506e0433c" providerId="LiveId" clId="{C0A61291-D7B0-4968-B9CC-17C97F4B01D5}" dt="2025-09-11T11:49:56.636" v="572"/>
        <pc:sldMkLst>
          <pc:docMk/>
          <pc:sldMk cId="856741381" sldId="284"/>
        </pc:sldMkLst>
        <pc:spChg chg="mod">
          <ac:chgData name="Prachi Sonaje" userId="55cce85506e0433c" providerId="LiveId" clId="{C0A61291-D7B0-4968-B9CC-17C97F4B01D5}" dt="2025-09-11T11:48:58.152" v="568" actId="1076"/>
          <ac:spMkLst>
            <pc:docMk/>
            <pc:sldMk cId="856741381" sldId="284"/>
            <ac:spMk id="2" creationId="{EC39ED22-9D7D-70BC-C249-EB2E6ED7200F}"/>
          </ac:spMkLst>
        </pc:spChg>
        <pc:picChg chg="add mod">
          <ac:chgData name="Prachi Sonaje" userId="55cce85506e0433c" providerId="LiveId" clId="{C0A61291-D7B0-4968-B9CC-17C97F4B01D5}" dt="2025-09-11T11:49:56.636" v="572"/>
          <ac:picMkLst>
            <pc:docMk/>
            <pc:sldMk cId="856741381" sldId="284"/>
            <ac:picMk id="5" creationId="{9ABDE05C-4364-7A66-5931-4B554B689B8E}"/>
          </ac:picMkLst>
        </pc:picChg>
      </pc:sldChg>
      <pc:sldChg chg="addSp modSp new mod">
        <pc:chgData name="Prachi Sonaje" userId="55cce85506e0433c" providerId="LiveId" clId="{C0A61291-D7B0-4968-B9CC-17C97F4B01D5}" dt="2025-09-11T12:17:48.745" v="662" actId="20577"/>
        <pc:sldMkLst>
          <pc:docMk/>
          <pc:sldMk cId="2734156671" sldId="285"/>
        </pc:sldMkLst>
        <pc:spChg chg="add mod">
          <ac:chgData name="Prachi Sonaje" userId="55cce85506e0433c" providerId="LiveId" clId="{C0A61291-D7B0-4968-B9CC-17C97F4B01D5}" dt="2025-09-11T12:17:48.745" v="662" actId="20577"/>
          <ac:spMkLst>
            <pc:docMk/>
            <pc:sldMk cId="2734156671" sldId="285"/>
            <ac:spMk id="4" creationId="{EBDB8EDC-D9FD-723E-0F31-2DEFA79BBE9F}"/>
          </ac:spMkLst>
        </pc:spChg>
        <pc:picChg chg="add mod">
          <ac:chgData name="Prachi Sonaje" userId="55cce85506e0433c" providerId="LiveId" clId="{C0A61291-D7B0-4968-B9CC-17C97F4B01D5}" dt="2025-09-11T12:17:32.084" v="659" actId="14100"/>
          <ac:picMkLst>
            <pc:docMk/>
            <pc:sldMk cId="2734156671" sldId="285"/>
            <ac:picMk id="3" creationId="{0FE31489-39E6-CE88-D0A0-04477F658D6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15C06B-9D23-40AC-9863-A4EE0A9BC6DA}" type="datetimeFigureOut">
              <a:rPr lang="en-IN" smtClean="0"/>
              <a:t>22-09-2025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CF017F-1D29-439D-B913-466DC8A2C6D6}" type="slidenum">
              <a:rPr lang="en-IN" smtClean="0"/>
              <a:t>‹#›</a:t>
            </a:fld>
            <a:endParaRPr lang="en-IN"/>
          </a:p>
        </p:txBody>
      </p:sp>
    </p:spTree>
    <p:extLst>
      <p:ext uri="{BB962C8B-B14F-4D97-AF65-F5344CB8AC3E}">
        <p14:creationId xmlns:p14="http://schemas.microsoft.com/office/powerpoint/2010/main" val="999088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4CF017F-1D29-439D-B913-466DC8A2C6D6}" type="slidenum">
              <a:rPr lang="en-IN" smtClean="0"/>
              <a:t>2</a:t>
            </a:fld>
            <a:endParaRPr lang="en-IN"/>
          </a:p>
        </p:txBody>
      </p:sp>
    </p:spTree>
    <p:extLst>
      <p:ext uri="{BB962C8B-B14F-4D97-AF65-F5344CB8AC3E}">
        <p14:creationId xmlns:p14="http://schemas.microsoft.com/office/powerpoint/2010/main" val="2524774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F93EB7-4CB5-4EB0-84B0-DD441064716E}"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1337364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F93EB7-4CB5-4EB0-84B0-DD441064716E}"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3686143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F93EB7-4CB5-4EB0-84B0-DD441064716E}"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75807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F93EB7-4CB5-4EB0-84B0-DD441064716E}"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1888756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F93EB7-4CB5-4EB0-84B0-DD441064716E}" type="datetimeFigureOut">
              <a:rPr lang="en-IN" smtClean="0"/>
              <a:t>22-09-2025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256647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F93EB7-4CB5-4EB0-84B0-DD441064716E}"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3305949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93EB7-4CB5-4EB0-84B0-DD441064716E}" type="datetimeFigureOut">
              <a:rPr lang="en-IN" smtClean="0"/>
              <a:t>22-09-2025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616526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F93EB7-4CB5-4EB0-84B0-DD441064716E}"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512092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F93EB7-4CB5-4EB0-84B0-DD441064716E}"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261873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F93EB7-4CB5-4EB0-84B0-DD441064716E}"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90043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F93EB7-4CB5-4EB0-84B0-DD441064716E}"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697E0F-E7A2-4581-A4C7-CBCAAE1E8DA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19087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F93EB7-4CB5-4EB0-84B0-DD441064716E}"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663800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F93EB7-4CB5-4EB0-84B0-DD441064716E}"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697E0F-E7A2-4581-A4C7-CBCAAE1E8DA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15489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F93EB7-4CB5-4EB0-84B0-DD441064716E}"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2118577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F93EB7-4CB5-4EB0-84B0-DD441064716E}"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38931975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F93EB7-4CB5-4EB0-84B0-DD441064716E}"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697E0F-E7A2-4581-A4C7-CBCAAE1E8DA7}" type="slidenum">
              <a:rPr lang="en-IN" smtClean="0"/>
              <a:t>‹#›</a:t>
            </a:fld>
            <a:endParaRPr lang="en-IN"/>
          </a:p>
        </p:txBody>
      </p:sp>
    </p:spTree>
    <p:extLst>
      <p:ext uri="{BB962C8B-B14F-4D97-AF65-F5344CB8AC3E}">
        <p14:creationId xmlns:p14="http://schemas.microsoft.com/office/powerpoint/2010/main" val="2583327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BF93EB7-4CB5-4EB0-84B0-DD441064716E}" type="datetimeFigureOut">
              <a:rPr lang="en-IN" smtClean="0"/>
              <a:t>22-09-2025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0697E0F-E7A2-4581-A4C7-CBCAAE1E8DA7}" type="slidenum">
              <a:rPr lang="en-IN" smtClean="0"/>
              <a:t>‹#›</a:t>
            </a:fld>
            <a:endParaRPr lang="en-IN"/>
          </a:p>
        </p:txBody>
      </p:sp>
    </p:spTree>
    <p:extLst>
      <p:ext uri="{BB962C8B-B14F-4D97-AF65-F5344CB8AC3E}">
        <p14:creationId xmlns:p14="http://schemas.microsoft.com/office/powerpoint/2010/main" val="160450250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937BE-8F36-1A1A-6954-1AE728B42C8C}"/>
              </a:ext>
            </a:extLst>
          </p:cNvPr>
          <p:cNvSpPr>
            <a:spLocks noGrp="1"/>
          </p:cNvSpPr>
          <p:nvPr>
            <p:ph type="title"/>
          </p:nvPr>
        </p:nvSpPr>
        <p:spPr>
          <a:xfrm>
            <a:off x="2592924" y="353291"/>
            <a:ext cx="8911687" cy="6317673"/>
          </a:xfrm>
        </p:spPr>
        <p:txBody>
          <a:bodyPr>
            <a:noAutofit/>
          </a:bodyPr>
          <a:lstStyle/>
          <a:p>
            <a:pPr algn="ctr"/>
            <a:r>
              <a:rPr lang="en-US" sz="4800" b="1" dirty="0">
                <a:solidFill>
                  <a:schemeClr val="accent6">
                    <a:lumMod val="50000"/>
                  </a:schemeClr>
                </a:solidFill>
                <a:latin typeface="Algerian" panose="04020705040A02060702" pitchFamily="82" charset="0"/>
              </a:rPr>
              <a:t>Design and Implementation of Event Management System in SQL</a:t>
            </a:r>
            <a:br>
              <a:rPr lang="en-US" sz="4800" b="1" dirty="0">
                <a:solidFill>
                  <a:schemeClr val="accent6">
                    <a:lumMod val="50000"/>
                  </a:schemeClr>
                </a:solidFill>
                <a:latin typeface="Algerian" panose="04020705040A02060702" pitchFamily="82" charset="0"/>
              </a:rPr>
            </a:br>
            <a:br>
              <a:rPr lang="en-US" sz="5200" b="1" dirty="0">
                <a:solidFill>
                  <a:schemeClr val="accent6">
                    <a:lumMod val="50000"/>
                  </a:schemeClr>
                </a:solidFill>
                <a:latin typeface="Algerian" panose="04020705040A02060702" pitchFamily="82" charset="0"/>
              </a:rPr>
            </a:br>
            <a:endParaRPr lang="en-IN" sz="5200" b="1" dirty="0">
              <a:solidFill>
                <a:schemeClr val="accent6">
                  <a:lumMod val="50000"/>
                </a:schemeClr>
              </a:solidFill>
              <a:latin typeface="Algerian" panose="04020705040A02060702" pitchFamily="82" charset="0"/>
            </a:endParaRPr>
          </a:p>
        </p:txBody>
      </p:sp>
      <p:pic>
        <p:nvPicPr>
          <p:cNvPr id="6" name="Picture 5" descr="A group of people at a concert">
            <a:extLst>
              <a:ext uri="{FF2B5EF4-FFF2-40B4-BE49-F238E27FC236}">
                <a16:creationId xmlns:a16="http://schemas.microsoft.com/office/drawing/2014/main" id="{2311F958-F73F-5DC6-D9BD-8BA5466CC7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4376" y="2919844"/>
            <a:ext cx="8528782" cy="375112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2751340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6DEB8-70E4-8604-0B75-1A3426E27394}"/>
              </a:ext>
            </a:extLst>
          </p:cNvPr>
          <p:cNvSpPr>
            <a:spLocks noGrp="1"/>
          </p:cNvSpPr>
          <p:nvPr>
            <p:ph type="ctrTitle"/>
          </p:nvPr>
        </p:nvSpPr>
        <p:spPr>
          <a:xfrm>
            <a:off x="2271161" y="278296"/>
            <a:ext cx="4457630" cy="914400"/>
          </a:xfrm>
        </p:spPr>
        <p:txBody>
          <a:bodyPr>
            <a:normAutofit/>
          </a:bodyPr>
          <a:lstStyle/>
          <a:p>
            <a:r>
              <a:rPr lang="en-US" sz="4400" b="1" dirty="0">
                <a:solidFill>
                  <a:schemeClr val="accent6">
                    <a:lumMod val="50000"/>
                  </a:schemeClr>
                </a:solidFill>
                <a:latin typeface="Algerian" panose="04020705040A02060702" pitchFamily="82" charset="0"/>
              </a:rPr>
              <a:t>Abstract</a:t>
            </a:r>
            <a:endParaRPr lang="en-IN" sz="4400" b="1" dirty="0">
              <a:solidFill>
                <a:schemeClr val="accent6">
                  <a:lumMod val="50000"/>
                </a:schemeClr>
              </a:solidFill>
              <a:latin typeface="Algerian" panose="04020705040A02060702" pitchFamily="82" charset="0"/>
            </a:endParaRPr>
          </a:p>
        </p:txBody>
      </p:sp>
      <p:sp>
        <p:nvSpPr>
          <p:cNvPr id="3" name="Subtitle 2">
            <a:extLst>
              <a:ext uri="{FF2B5EF4-FFF2-40B4-BE49-F238E27FC236}">
                <a16:creationId xmlns:a16="http://schemas.microsoft.com/office/drawing/2014/main" id="{30D7DFB8-A7AB-5B88-1C5A-02248DD8331F}"/>
              </a:ext>
            </a:extLst>
          </p:cNvPr>
          <p:cNvSpPr>
            <a:spLocks noGrp="1"/>
          </p:cNvSpPr>
          <p:nvPr>
            <p:ph type="subTitle" idx="1"/>
          </p:nvPr>
        </p:nvSpPr>
        <p:spPr>
          <a:xfrm>
            <a:off x="1555543" y="1752585"/>
            <a:ext cx="5511177" cy="3949178"/>
          </a:xfrm>
        </p:spPr>
        <p:txBody>
          <a:bodyPr>
            <a:normAutofit/>
          </a:bodyPr>
          <a:lstStyle/>
          <a:p>
            <a:pPr algn="just"/>
            <a:r>
              <a:rPr lang="en-US" sz="2400" dirty="0">
                <a:solidFill>
                  <a:schemeClr val="tx1"/>
                </a:solidFill>
                <a:latin typeface="Book Antiqua" panose="02040602050305030304" pitchFamily="18" charset="0"/>
              </a:rPr>
              <a:t>The </a:t>
            </a:r>
            <a:r>
              <a:rPr lang="en-US" sz="2400" b="1" dirty="0">
                <a:solidFill>
                  <a:schemeClr val="tx1"/>
                </a:solidFill>
                <a:latin typeface="Book Antiqua" panose="02040602050305030304" pitchFamily="18" charset="0"/>
              </a:rPr>
              <a:t>Event Management System</a:t>
            </a:r>
            <a:r>
              <a:rPr lang="en-US" sz="2400" dirty="0">
                <a:solidFill>
                  <a:schemeClr val="tx1"/>
                </a:solidFill>
                <a:latin typeface="Book Antiqua" panose="02040602050305030304" pitchFamily="18" charset="0"/>
              </a:rPr>
              <a:t> is a database project that helps to store and manage details of events, organizers, attendees, registrations, and sponsors. It enables organizers to plan and track events, allows attendees to register, and records sponsor contributions. The system makes event handling easier with the use of SQL for storing, retrieving, and analyzing data.</a:t>
            </a:r>
            <a:endParaRPr lang="en-IN" sz="2400" dirty="0">
              <a:solidFill>
                <a:schemeClr val="tx1"/>
              </a:solidFill>
              <a:latin typeface="Book Antiqua" panose="02040602050305030304" pitchFamily="18" charset="0"/>
            </a:endParaRPr>
          </a:p>
        </p:txBody>
      </p:sp>
      <p:pic>
        <p:nvPicPr>
          <p:cNvPr id="7" name="Picture 6" descr="A group of people in chairs at a event">
            <a:extLst>
              <a:ext uri="{FF2B5EF4-FFF2-40B4-BE49-F238E27FC236}">
                <a16:creationId xmlns:a16="http://schemas.microsoft.com/office/drawing/2014/main" id="{C7D9D86B-0738-4FE7-EA8C-3D5D8B92EE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6720" y="0"/>
            <a:ext cx="5032663" cy="68580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2043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6F56-C745-7926-3FAC-0C618201AFBB}"/>
              </a:ext>
            </a:extLst>
          </p:cNvPr>
          <p:cNvSpPr>
            <a:spLocks noGrp="1"/>
          </p:cNvSpPr>
          <p:nvPr>
            <p:ph type="title"/>
          </p:nvPr>
        </p:nvSpPr>
        <p:spPr>
          <a:xfrm>
            <a:off x="2592924" y="218661"/>
            <a:ext cx="8911687" cy="5933661"/>
          </a:xfrm>
        </p:spPr>
        <p:txBody>
          <a:bodyPr>
            <a:normAutofit/>
          </a:bodyPr>
          <a:lstStyle/>
          <a:p>
            <a:pPr algn="ctr"/>
            <a:r>
              <a:rPr lang="en-US" sz="4400" b="1" dirty="0">
                <a:solidFill>
                  <a:schemeClr val="accent6">
                    <a:lumMod val="50000"/>
                  </a:schemeClr>
                </a:solidFill>
                <a:latin typeface="Algerian" panose="04020705040A02060702" pitchFamily="82" charset="0"/>
              </a:rPr>
              <a:t>Entity Relationship Diagram </a:t>
            </a:r>
            <a:br>
              <a:rPr lang="en-US" sz="4000" b="1" dirty="0">
                <a:solidFill>
                  <a:schemeClr val="accent6">
                    <a:lumMod val="50000"/>
                  </a:schemeClr>
                </a:solidFill>
                <a:latin typeface="Algerian" panose="04020705040A02060702" pitchFamily="82" charset="0"/>
              </a:rPr>
            </a:br>
            <a:endParaRPr lang="en-IN" sz="4000" b="1" dirty="0">
              <a:solidFill>
                <a:schemeClr val="accent6">
                  <a:lumMod val="50000"/>
                </a:schemeClr>
              </a:solidFill>
              <a:latin typeface="Algerian" panose="04020705040A02060702" pitchFamily="82" charset="0"/>
            </a:endParaRPr>
          </a:p>
        </p:txBody>
      </p:sp>
      <p:pic>
        <p:nvPicPr>
          <p:cNvPr id="4" name="Picture 3" descr="A screenshot of a computer">
            <a:extLst>
              <a:ext uri="{FF2B5EF4-FFF2-40B4-BE49-F238E27FC236}">
                <a16:creationId xmlns:a16="http://schemas.microsoft.com/office/drawing/2014/main" id="{7A03FE1B-23EE-B28C-D32D-8B821E1C2E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307" y="1471896"/>
            <a:ext cx="7853102" cy="482047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24643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8100D-A630-89CF-92F5-650CA54D4199}"/>
              </a:ext>
            </a:extLst>
          </p:cNvPr>
          <p:cNvSpPr>
            <a:spLocks noGrp="1"/>
          </p:cNvSpPr>
          <p:nvPr>
            <p:ph type="title"/>
          </p:nvPr>
        </p:nvSpPr>
        <p:spPr>
          <a:xfrm>
            <a:off x="2807421" y="207097"/>
            <a:ext cx="7292543" cy="976312"/>
          </a:xfrm>
        </p:spPr>
        <p:txBody>
          <a:bodyPr>
            <a:normAutofit/>
          </a:bodyPr>
          <a:lstStyle/>
          <a:p>
            <a:r>
              <a:rPr lang="en-US" sz="4000" b="1" dirty="0">
                <a:solidFill>
                  <a:schemeClr val="accent6">
                    <a:lumMod val="50000"/>
                  </a:schemeClr>
                </a:solidFill>
                <a:latin typeface="Algerian" panose="04020705040A02060702" pitchFamily="82" charset="0"/>
              </a:rPr>
              <a:t>Organizers Table </a:t>
            </a:r>
            <a:endParaRPr lang="en-IN" sz="3200" b="1" dirty="0">
              <a:solidFill>
                <a:schemeClr val="accent6">
                  <a:lumMod val="50000"/>
                </a:schemeClr>
              </a:solidFill>
              <a:latin typeface="Algerian" panose="04020705040A02060702" pitchFamily="82" charset="0"/>
            </a:endParaRPr>
          </a:p>
        </p:txBody>
      </p:sp>
      <p:pic>
        <p:nvPicPr>
          <p:cNvPr id="6" name="Content Placeholder 5" descr="A screenshot of a computer program&#10;&#10;AI-generated content may be incorrect.">
            <a:extLst>
              <a:ext uri="{FF2B5EF4-FFF2-40B4-BE49-F238E27FC236}">
                <a16:creationId xmlns:a16="http://schemas.microsoft.com/office/drawing/2014/main" id="{F587040C-E454-1287-42AA-3083305D6B7B}"/>
              </a:ext>
            </a:extLst>
          </p:cNvPr>
          <p:cNvPicPr>
            <a:picLocks noGrp="1" noChangeAspect="1"/>
          </p:cNvPicPr>
          <p:nvPr>
            <p:ph idx="1"/>
          </p:nvPr>
        </p:nvPicPr>
        <p:blipFill>
          <a:blip r:embed="rId2">
            <a:duotone>
              <a:prstClr val="black"/>
              <a:schemeClr val="accent3">
                <a:lumMod val="60000"/>
                <a:lumOff val="40000"/>
                <a:tint val="45000"/>
                <a:satMod val="400000"/>
              </a:schemeClr>
            </a:duotone>
            <a:extLst>
              <a:ext uri="{28A0092B-C50C-407E-A947-70E740481C1C}">
                <a14:useLocalDpi xmlns:a14="http://schemas.microsoft.com/office/drawing/2010/main" val="0"/>
              </a:ext>
            </a:extLst>
          </a:blip>
          <a:stretch>
            <a:fillRect/>
          </a:stretch>
        </p:blipFill>
        <p:spPr>
          <a:xfrm>
            <a:off x="6951663" y="1619395"/>
            <a:ext cx="4717328" cy="3077296"/>
          </a:xfrm>
          <a:prstGeom prst="rect">
            <a:avLst/>
          </a:prstGeom>
          <a:ln>
            <a:noFill/>
          </a:ln>
          <a:effectLst>
            <a:outerShdw blurRad="190500" algn="tl" rotWithShape="0">
              <a:srgbClr val="000000">
                <a:alpha val="70000"/>
              </a:srgbClr>
            </a:outerShdw>
          </a:effectLst>
        </p:spPr>
      </p:pic>
      <p:sp>
        <p:nvSpPr>
          <p:cNvPr id="4" name="Text Placeholder 3">
            <a:extLst>
              <a:ext uri="{FF2B5EF4-FFF2-40B4-BE49-F238E27FC236}">
                <a16:creationId xmlns:a16="http://schemas.microsoft.com/office/drawing/2014/main" id="{7D820167-8751-88B4-3C60-F5B7B9E8D323}"/>
              </a:ext>
            </a:extLst>
          </p:cNvPr>
          <p:cNvSpPr>
            <a:spLocks noGrp="1"/>
          </p:cNvSpPr>
          <p:nvPr>
            <p:ph type="body" sz="half" idx="2"/>
          </p:nvPr>
        </p:nvSpPr>
        <p:spPr>
          <a:xfrm>
            <a:off x="2661949" y="1628199"/>
            <a:ext cx="3936279" cy="4262436"/>
          </a:xfrm>
        </p:spPr>
        <p:txBody>
          <a:bodyPr/>
          <a:lstStyle/>
          <a:p>
            <a:br>
              <a:rPr lang="en-US" dirty="0">
                <a:latin typeface="Book Antiqua" panose="02040602050305030304" pitchFamily="18" charset="0"/>
              </a:rPr>
            </a:br>
            <a:r>
              <a:rPr lang="en-US" sz="1800" dirty="0">
                <a:latin typeface="Book Antiqua" panose="02040602050305030304" pitchFamily="18" charset="0"/>
              </a:rPr>
              <a:t>This table provides details about the organizers.</a:t>
            </a:r>
            <a:br>
              <a:rPr lang="en-US" sz="1800" dirty="0">
                <a:latin typeface="Book Antiqua" panose="02040602050305030304" pitchFamily="18" charset="0"/>
              </a:rPr>
            </a:br>
            <a:r>
              <a:rPr lang="en-US" sz="1800" dirty="0">
                <a:latin typeface="Book Antiqua" panose="02040602050305030304" pitchFamily="18" charset="0"/>
              </a:rPr>
              <a:t>It contains Organizer ID, Name, Email, and Phone.</a:t>
            </a:r>
          </a:p>
          <a:p>
            <a:br>
              <a:rPr lang="en-US" sz="1800" dirty="0">
                <a:latin typeface="Book Antiqua" panose="02040602050305030304" pitchFamily="18" charset="0"/>
              </a:rPr>
            </a:br>
            <a:r>
              <a:rPr lang="en-US" sz="1800" b="1" dirty="0">
                <a:latin typeface="Book Antiqua" panose="02040602050305030304" pitchFamily="18" charset="0"/>
              </a:rPr>
              <a:t>Syntax:</a:t>
            </a:r>
            <a:r>
              <a:rPr lang="en-US" sz="1800" dirty="0">
                <a:latin typeface="Book Antiqua" panose="02040602050305030304" pitchFamily="18" charset="0"/>
              </a:rPr>
              <a:t> DESC Organizers;</a:t>
            </a:r>
          </a:p>
          <a:p>
            <a:endParaRPr lang="en-IN" dirty="0">
              <a:latin typeface="Book Antiqua" panose="02040602050305030304" pitchFamily="18" charset="0"/>
            </a:endParaRPr>
          </a:p>
        </p:txBody>
      </p:sp>
    </p:spTree>
    <p:extLst>
      <p:ext uri="{BB962C8B-B14F-4D97-AF65-F5344CB8AC3E}">
        <p14:creationId xmlns:p14="http://schemas.microsoft.com/office/powerpoint/2010/main" val="1438644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CCADE-CAEE-3E20-8283-8B3FFD81F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55BC1-CFD7-9630-2448-9F50505B964A}"/>
              </a:ext>
            </a:extLst>
          </p:cNvPr>
          <p:cNvSpPr>
            <a:spLocks noGrp="1"/>
          </p:cNvSpPr>
          <p:nvPr>
            <p:ph type="title"/>
          </p:nvPr>
        </p:nvSpPr>
        <p:spPr>
          <a:xfrm>
            <a:off x="2807421" y="207097"/>
            <a:ext cx="7292543" cy="976312"/>
          </a:xfrm>
        </p:spPr>
        <p:txBody>
          <a:bodyPr>
            <a:normAutofit/>
          </a:bodyPr>
          <a:lstStyle/>
          <a:p>
            <a:r>
              <a:rPr lang="en-US" sz="4000" b="1" dirty="0">
                <a:solidFill>
                  <a:schemeClr val="accent6">
                    <a:lumMod val="50000"/>
                  </a:schemeClr>
                </a:solidFill>
                <a:latin typeface="Algerian" panose="04020705040A02060702" pitchFamily="82" charset="0"/>
              </a:rPr>
              <a:t>Events Table </a:t>
            </a:r>
            <a:endParaRPr lang="en-IN" sz="3200" b="1" dirty="0">
              <a:solidFill>
                <a:schemeClr val="accent6">
                  <a:lumMod val="50000"/>
                </a:schemeClr>
              </a:solidFill>
              <a:latin typeface="Algerian" panose="04020705040A02060702" pitchFamily="82" charset="0"/>
            </a:endParaRPr>
          </a:p>
        </p:txBody>
      </p:sp>
      <p:sp>
        <p:nvSpPr>
          <p:cNvPr id="4" name="Text Placeholder 3">
            <a:extLst>
              <a:ext uri="{FF2B5EF4-FFF2-40B4-BE49-F238E27FC236}">
                <a16:creationId xmlns:a16="http://schemas.microsoft.com/office/drawing/2014/main" id="{62DA4575-11F2-7806-97EA-EA00BE7199EA}"/>
              </a:ext>
            </a:extLst>
          </p:cNvPr>
          <p:cNvSpPr>
            <a:spLocks noGrp="1"/>
          </p:cNvSpPr>
          <p:nvPr>
            <p:ph type="body" sz="half" idx="2"/>
          </p:nvPr>
        </p:nvSpPr>
        <p:spPr>
          <a:xfrm>
            <a:off x="2609994" y="1849582"/>
            <a:ext cx="3936279" cy="4262436"/>
          </a:xfrm>
        </p:spPr>
        <p:txBody>
          <a:bodyPr/>
          <a:lstStyle/>
          <a:p>
            <a:r>
              <a:rPr lang="en-US" sz="1800" dirty="0">
                <a:latin typeface="Book Antiqua" panose="02040602050305030304" pitchFamily="18" charset="0"/>
              </a:rPr>
              <a:t>This table provides details of the events.</a:t>
            </a:r>
            <a:br>
              <a:rPr lang="en-US" sz="1800" dirty="0">
                <a:latin typeface="Book Antiqua" panose="02040602050305030304" pitchFamily="18" charset="0"/>
              </a:rPr>
            </a:br>
            <a:r>
              <a:rPr lang="en-US" sz="1800" dirty="0">
                <a:latin typeface="Book Antiqua" panose="02040602050305030304" pitchFamily="18" charset="0"/>
              </a:rPr>
              <a:t>It contains Event ID, Title, Type, Date, Location, and Organizer ID.</a:t>
            </a:r>
          </a:p>
          <a:p>
            <a:br>
              <a:rPr lang="en-US" sz="1800" dirty="0">
                <a:latin typeface="Book Antiqua" panose="02040602050305030304" pitchFamily="18" charset="0"/>
              </a:rPr>
            </a:br>
            <a:r>
              <a:rPr lang="en-US" sz="1800" b="1" dirty="0">
                <a:latin typeface="Book Antiqua" panose="02040602050305030304" pitchFamily="18" charset="0"/>
              </a:rPr>
              <a:t>Syntax:</a:t>
            </a:r>
            <a:r>
              <a:rPr lang="en-US" sz="1800" dirty="0">
                <a:latin typeface="Book Antiqua" panose="02040602050305030304" pitchFamily="18" charset="0"/>
              </a:rPr>
              <a:t> DESC Events;</a:t>
            </a:r>
            <a:endParaRPr lang="en-IN" sz="1800" dirty="0">
              <a:latin typeface="Book Antiqua" panose="02040602050305030304" pitchFamily="18" charset="0"/>
            </a:endParaRPr>
          </a:p>
        </p:txBody>
      </p:sp>
      <p:pic>
        <p:nvPicPr>
          <p:cNvPr id="8" name="Content Placeholder 7" descr="A screenshot of a computer">
            <a:extLst>
              <a:ext uri="{FF2B5EF4-FFF2-40B4-BE49-F238E27FC236}">
                <a16:creationId xmlns:a16="http://schemas.microsoft.com/office/drawing/2014/main" id="{20B29555-B48E-B106-943B-A84BCAF3D823}"/>
              </a:ext>
            </a:extLst>
          </p:cNvPr>
          <p:cNvPicPr>
            <a:picLocks noGrp="1" noChangeAspect="1"/>
          </p:cNvPicPr>
          <p:nvPr>
            <p:ph idx="1"/>
          </p:nvPr>
        </p:nvPicPr>
        <p:blipFill>
          <a:blip r:embed="rId2">
            <a:duotone>
              <a:prstClr val="black"/>
              <a:schemeClr val="accent3">
                <a:lumMod val="60000"/>
                <a:lumOff val="40000"/>
                <a:tint val="45000"/>
                <a:satMod val="400000"/>
              </a:schemeClr>
            </a:duotone>
            <a:extLst>
              <a:ext uri="{28A0092B-C50C-407E-A947-70E740481C1C}">
                <a14:useLocalDpi xmlns:a14="http://schemas.microsoft.com/office/drawing/2010/main" val="0"/>
              </a:ext>
            </a:extLst>
          </a:blip>
          <a:stretch>
            <a:fillRect/>
          </a:stretch>
        </p:blipFill>
        <p:spPr>
          <a:xfrm>
            <a:off x="6746875" y="1849582"/>
            <a:ext cx="4464916" cy="293023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46770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3E9C6-C91A-AB5C-CEC2-FF451D11D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EA4A1-D693-FF3E-4650-24385FC1C30E}"/>
              </a:ext>
            </a:extLst>
          </p:cNvPr>
          <p:cNvSpPr>
            <a:spLocks noGrp="1"/>
          </p:cNvSpPr>
          <p:nvPr>
            <p:ph type="title"/>
          </p:nvPr>
        </p:nvSpPr>
        <p:spPr>
          <a:xfrm>
            <a:off x="2807421" y="207097"/>
            <a:ext cx="7292543" cy="976312"/>
          </a:xfrm>
        </p:spPr>
        <p:txBody>
          <a:bodyPr>
            <a:normAutofit/>
          </a:bodyPr>
          <a:lstStyle/>
          <a:p>
            <a:r>
              <a:rPr lang="en-US" sz="4000" b="1" dirty="0">
                <a:solidFill>
                  <a:schemeClr val="accent6">
                    <a:lumMod val="50000"/>
                  </a:schemeClr>
                </a:solidFill>
                <a:latin typeface="Algerian" panose="04020705040A02060702" pitchFamily="82" charset="0"/>
              </a:rPr>
              <a:t>Sponsors Table </a:t>
            </a:r>
            <a:endParaRPr lang="en-IN" sz="3200" b="1" dirty="0">
              <a:solidFill>
                <a:schemeClr val="accent6">
                  <a:lumMod val="50000"/>
                </a:schemeClr>
              </a:solidFill>
              <a:latin typeface="Algerian" panose="04020705040A02060702" pitchFamily="82" charset="0"/>
            </a:endParaRPr>
          </a:p>
        </p:txBody>
      </p:sp>
      <p:sp>
        <p:nvSpPr>
          <p:cNvPr id="4" name="Text Placeholder 3">
            <a:extLst>
              <a:ext uri="{FF2B5EF4-FFF2-40B4-BE49-F238E27FC236}">
                <a16:creationId xmlns:a16="http://schemas.microsoft.com/office/drawing/2014/main" id="{91B1BD66-441A-FA0F-A319-CC38F17366BE}"/>
              </a:ext>
            </a:extLst>
          </p:cNvPr>
          <p:cNvSpPr>
            <a:spLocks noGrp="1"/>
          </p:cNvSpPr>
          <p:nvPr>
            <p:ph type="body" sz="half" idx="2"/>
          </p:nvPr>
        </p:nvSpPr>
        <p:spPr>
          <a:xfrm>
            <a:off x="2609994" y="1849582"/>
            <a:ext cx="3936279" cy="4262436"/>
          </a:xfrm>
        </p:spPr>
        <p:txBody>
          <a:bodyPr/>
          <a:lstStyle/>
          <a:p>
            <a:r>
              <a:rPr lang="en-US" sz="1800" dirty="0">
                <a:latin typeface="Book Antiqua" panose="02040602050305030304" pitchFamily="18" charset="0"/>
              </a:rPr>
              <a:t>This table provides the sponsor details for events.</a:t>
            </a:r>
            <a:br>
              <a:rPr lang="en-US" sz="1800" dirty="0">
                <a:latin typeface="Book Antiqua" panose="02040602050305030304" pitchFamily="18" charset="0"/>
              </a:rPr>
            </a:br>
            <a:r>
              <a:rPr lang="en-US" sz="1800" dirty="0">
                <a:latin typeface="Book Antiqua" panose="02040602050305030304" pitchFamily="18" charset="0"/>
              </a:rPr>
              <a:t>It contains Sponsor ID, Event ID, Sponsor Name, and Contribution.</a:t>
            </a:r>
          </a:p>
          <a:p>
            <a:br>
              <a:rPr lang="en-US" sz="1800" dirty="0">
                <a:latin typeface="Book Antiqua" panose="02040602050305030304" pitchFamily="18" charset="0"/>
              </a:rPr>
            </a:br>
            <a:r>
              <a:rPr lang="en-US" sz="1800" b="1" dirty="0">
                <a:latin typeface="Book Antiqua" panose="02040602050305030304" pitchFamily="18" charset="0"/>
              </a:rPr>
              <a:t>Syntax:</a:t>
            </a:r>
            <a:r>
              <a:rPr lang="en-US" sz="1800" dirty="0">
                <a:latin typeface="Book Antiqua" panose="02040602050305030304" pitchFamily="18" charset="0"/>
              </a:rPr>
              <a:t> DESC Sponsors;</a:t>
            </a:r>
            <a:endParaRPr lang="en-IN" sz="1800" dirty="0">
              <a:latin typeface="Book Antiqua" panose="02040602050305030304" pitchFamily="18" charset="0"/>
            </a:endParaRPr>
          </a:p>
        </p:txBody>
      </p:sp>
      <p:pic>
        <p:nvPicPr>
          <p:cNvPr id="7" name="Content Placeholder 6" descr="A screenshot of a computer program">
            <a:extLst>
              <a:ext uri="{FF2B5EF4-FFF2-40B4-BE49-F238E27FC236}">
                <a16:creationId xmlns:a16="http://schemas.microsoft.com/office/drawing/2014/main" id="{CFB76C7A-D78F-F09A-FA49-F4C2C809489E}"/>
              </a:ext>
            </a:extLst>
          </p:cNvPr>
          <p:cNvPicPr>
            <a:picLocks noGrp="1" noChangeAspect="1"/>
          </p:cNvPicPr>
          <p:nvPr>
            <p:ph idx="1"/>
          </p:nvPr>
        </p:nvPicPr>
        <p:blipFill>
          <a:blip r:embed="rId2">
            <a:duotone>
              <a:prstClr val="black"/>
              <a:schemeClr val="accent3">
                <a:lumMod val="60000"/>
                <a:lumOff val="40000"/>
                <a:tint val="45000"/>
                <a:satMod val="400000"/>
              </a:schemeClr>
            </a:duotone>
            <a:extLst>
              <a:ext uri="{28A0092B-C50C-407E-A947-70E740481C1C}">
                <a14:useLocalDpi xmlns:a14="http://schemas.microsoft.com/office/drawing/2010/main" val="0"/>
              </a:ext>
            </a:extLst>
          </a:blip>
          <a:stretch>
            <a:fillRect/>
          </a:stretch>
        </p:blipFill>
        <p:spPr>
          <a:xfrm>
            <a:off x="6890616" y="1849582"/>
            <a:ext cx="4757593" cy="287828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3484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68EC-624E-97A0-C765-7B29752B1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C88F2-6447-1420-7CDC-6BED54FA6C6A}"/>
              </a:ext>
            </a:extLst>
          </p:cNvPr>
          <p:cNvSpPr>
            <a:spLocks noGrp="1"/>
          </p:cNvSpPr>
          <p:nvPr>
            <p:ph type="title"/>
          </p:nvPr>
        </p:nvSpPr>
        <p:spPr>
          <a:xfrm>
            <a:off x="2807421" y="207097"/>
            <a:ext cx="7292543" cy="976312"/>
          </a:xfrm>
        </p:spPr>
        <p:txBody>
          <a:bodyPr>
            <a:normAutofit/>
          </a:bodyPr>
          <a:lstStyle/>
          <a:p>
            <a:r>
              <a:rPr lang="en-US" sz="4000" b="1" dirty="0">
                <a:solidFill>
                  <a:schemeClr val="accent6">
                    <a:lumMod val="50000"/>
                  </a:schemeClr>
                </a:solidFill>
                <a:latin typeface="Algerian" panose="04020705040A02060702" pitchFamily="82" charset="0"/>
              </a:rPr>
              <a:t>attendees Table </a:t>
            </a:r>
            <a:endParaRPr lang="en-IN" sz="3200" b="1" dirty="0">
              <a:solidFill>
                <a:schemeClr val="accent6">
                  <a:lumMod val="50000"/>
                </a:schemeClr>
              </a:solidFill>
              <a:latin typeface="Algerian" panose="04020705040A02060702" pitchFamily="82" charset="0"/>
            </a:endParaRPr>
          </a:p>
        </p:txBody>
      </p:sp>
      <p:sp>
        <p:nvSpPr>
          <p:cNvPr id="4" name="Text Placeholder 3">
            <a:extLst>
              <a:ext uri="{FF2B5EF4-FFF2-40B4-BE49-F238E27FC236}">
                <a16:creationId xmlns:a16="http://schemas.microsoft.com/office/drawing/2014/main" id="{9B1F032B-30AD-4FB2-4F93-D7E2BCA83582}"/>
              </a:ext>
            </a:extLst>
          </p:cNvPr>
          <p:cNvSpPr>
            <a:spLocks noGrp="1"/>
          </p:cNvSpPr>
          <p:nvPr>
            <p:ph type="body" sz="half" idx="2"/>
          </p:nvPr>
        </p:nvSpPr>
        <p:spPr>
          <a:xfrm>
            <a:off x="2609994" y="1849582"/>
            <a:ext cx="3936279" cy="4262436"/>
          </a:xfrm>
        </p:spPr>
        <p:txBody>
          <a:bodyPr/>
          <a:lstStyle/>
          <a:p>
            <a:r>
              <a:rPr lang="en-US" sz="1800" dirty="0">
                <a:latin typeface="Book Antiqua" panose="02040602050305030304" pitchFamily="18" charset="0"/>
              </a:rPr>
              <a:t>This table provides the details of attendees.</a:t>
            </a:r>
            <a:br>
              <a:rPr lang="en-US" sz="1800" dirty="0">
                <a:latin typeface="Book Antiqua" panose="02040602050305030304" pitchFamily="18" charset="0"/>
              </a:rPr>
            </a:br>
            <a:r>
              <a:rPr lang="en-US" sz="1800" dirty="0">
                <a:latin typeface="Book Antiqua" panose="02040602050305030304" pitchFamily="18" charset="0"/>
              </a:rPr>
              <a:t>It contains Attendee ID, Name, Email, and Phone.</a:t>
            </a:r>
          </a:p>
          <a:p>
            <a:br>
              <a:rPr lang="en-US" sz="1800" dirty="0">
                <a:latin typeface="Book Antiqua" panose="02040602050305030304" pitchFamily="18" charset="0"/>
              </a:rPr>
            </a:br>
            <a:r>
              <a:rPr lang="en-US" sz="1800" b="1" dirty="0">
                <a:latin typeface="Book Antiqua" panose="02040602050305030304" pitchFamily="18" charset="0"/>
              </a:rPr>
              <a:t>Syntax:</a:t>
            </a:r>
            <a:r>
              <a:rPr lang="en-US" sz="1800" dirty="0">
                <a:latin typeface="Book Antiqua" panose="02040602050305030304" pitchFamily="18" charset="0"/>
              </a:rPr>
              <a:t> DESC Attendees;</a:t>
            </a:r>
          </a:p>
          <a:p>
            <a:endParaRPr lang="en-IN" sz="1800" dirty="0">
              <a:latin typeface="Book Antiqua" panose="02040602050305030304" pitchFamily="18" charset="0"/>
            </a:endParaRPr>
          </a:p>
        </p:txBody>
      </p:sp>
      <p:pic>
        <p:nvPicPr>
          <p:cNvPr id="8" name="Content Placeholder 7" descr="A screenshot of a computer program">
            <a:extLst>
              <a:ext uri="{FF2B5EF4-FFF2-40B4-BE49-F238E27FC236}">
                <a16:creationId xmlns:a16="http://schemas.microsoft.com/office/drawing/2014/main" id="{2F543EA2-8288-9584-F2A6-4044869A497F}"/>
              </a:ext>
            </a:extLst>
          </p:cNvPr>
          <p:cNvPicPr>
            <a:picLocks noGrp="1" noChangeAspect="1"/>
          </p:cNvPicPr>
          <p:nvPr>
            <p:ph idx="1"/>
          </p:nvPr>
        </p:nvPicPr>
        <p:blipFill>
          <a:blip r:embed="rId2">
            <a:duotone>
              <a:prstClr val="black"/>
              <a:schemeClr val="accent3">
                <a:lumMod val="60000"/>
                <a:lumOff val="40000"/>
                <a:tint val="45000"/>
                <a:satMod val="400000"/>
              </a:schemeClr>
            </a:duotone>
            <a:extLst>
              <a:ext uri="{28A0092B-C50C-407E-A947-70E740481C1C}">
                <a14:useLocalDpi xmlns:a14="http://schemas.microsoft.com/office/drawing/2010/main" val="0"/>
              </a:ext>
            </a:extLst>
          </a:blip>
          <a:stretch>
            <a:fillRect/>
          </a:stretch>
        </p:blipFill>
        <p:spPr>
          <a:xfrm>
            <a:off x="6813117" y="1849582"/>
            <a:ext cx="4616882" cy="286789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15947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B4D11-A52F-3D83-A66B-C6D7C7579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AF07EF-5909-B2EA-6AD9-F19DC36C1551}"/>
              </a:ext>
            </a:extLst>
          </p:cNvPr>
          <p:cNvSpPr>
            <a:spLocks noGrp="1"/>
          </p:cNvSpPr>
          <p:nvPr>
            <p:ph type="title"/>
          </p:nvPr>
        </p:nvSpPr>
        <p:spPr>
          <a:xfrm>
            <a:off x="2807421" y="207097"/>
            <a:ext cx="7292543" cy="976312"/>
          </a:xfrm>
        </p:spPr>
        <p:txBody>
          <a:bodyPr>
            <a:normAutofit/>
          </a:bodyPr>
          <a:lstStyle/>
          <a:p>
            <a:r>
              <a:rPr lang="en-US" sz="4000" b="1" dirty="0">
                <a:solidFill>
                  <a:schemeClr val="accent6">
                    <a:lumMod val="50000"/>
                  </a:schemeClr>
                </a:solidFill>
                <a:latin typeface="Algerian" panose="04020705040A02060702" pitchFamily="82" charset="0"/>
              </a:rPr>
              <a:t>Registrations Table </a:t>
            </a:r>
            <a:endParaRPr lang="en-IN" sz="3200" b="1" dirty="0">
              <a:solidFill>
                <a:schemeClr val="accent6">
                  <a:lumMod val="50000"/>
                </a:schemeClr>
              </a:solidFill>
              <a:latin typeface="Algerian" panose="04020705040A02060702" pitchFamily="82" charset="0"/>
            </a:endParaRPr>
          </a:p>
        </p:txBody>
      </p:sp>
      <p:sp>
        <p:nvSpPr>
          <p:cNvPr id="4" name="Text Placeholder 3">
            <a:extLst>
              <a:ext uri="{FF2B5EF4-FFF2-40B4-BE49-F238E27FC236}">
                <a16:creationId xmlns:a16="http://schemas.microsoft.com/office/drawing/2014/main" id="{AA4B9E51-592F-7CAC-514D-7796DA141A48}"/>
              </a:ext>
            </a:extLst>
          </p:cNvPr>
          <p:cNvSpPr>
            <a:spLocks noGrp="1"/>
          </p:cNvSpPr>
          <p:nvPr>
            <p:ph type="body" sz="half" idx="2"/>
          </p:nvPr>
        </p:nvSpPr>
        <p:spPr>
          <a:xfrm>
            <a:off x="2609994" y="1849582"/>
            <a:ext cx="3936279" cy="4262436"/>
          </a:xfrm>
        </p:spPr>
        <p:txBody>
          <a:bodyPr/>
          <a:lstStyle/>
          <a:p>
            <a:r>
              <a:rPr lang="en-US" sz="1800" dirty="0">
                <a:latin typeface="Book Antiqua" panose="02040602050305030304" pitchFamily="18" charset="0"/>
              </a:rPr>
              <a:t>This table provides the registration details of attendees for events.</a:t>
            </a:r>
            <a:br>
              <a:rPr lang="en-US" sz="1800" dirty="0">
                <a:latin typeface="Book Antiqua" panose="02040602050305030304" pitchFamily="18" charset="0"/>
              </a:rPr>
            </a:br>
            <a:r>
              <a:rPr lang="en-US" sz="1800" dirty="0">
                <a:latin typeface="Book Antiqua" panose="02040602050305030304" pitchFamily="18" charset="0"/>
              </a:rPr>
              <a:t>It contains Registration ID, Attendee ID, Event ID, Ticket Type, and Price.</a:t>
            </a:r>
          </a:p>
          <a:p>
            <a:br>
              <a:rPr lang="en-US" sz="1800" dirty="0">
                <a:latin typeface="Book Antiqua" panose="02040602050305030304" pitchFamily="18" charset="0"/>
              </a:rPr>
            </a:br>
            <a:r>
              <a:rPr lang="en-US" sz="1800" b="1" dirty="0">
                <a:latin typeface="Book Antiqua" panose="02040602050305030304" pitchFamily="18" charset="0"/>
              </a:rPr>
              <a:t>Syntax:</a:t>
            </a:r>
            <a:r>
              <a:rPr lang="en-US" sz="1800" dirty="0">
                <a:latin typeface="Book Antiqua" panose="02040602050305030304" pitchFamily="18" charset="0"/>
              </a:rPr>
              <a:t> DESC Registrations;</a:t>
            </a:r>
          </a:p>
          <a:p>
            <a:endParaRPr lang="en-IN" sz="1800" dirty="0">
              <a:latin typeface="Book Antiqua" panose="02040602050305030304" pitchFamily="18" charset="0"/>
            </a:endParaRPr>
          </a:p>
        </p:txBody>
      </p:sp>
      <p:pic>
        <p:nvPicPr>
          <p:cNvPr id="7" name="Content Placeholder 6" descr="A screenshot of a computer program">
            <a:extLst>
              <a:ext uri="{FF2B5EF4-FFF2-40B4-BE49-F238E27FC236}">
                <a16:creationId xmlns:a16="http://schemas.microsoft.com/office/drawing/2014/main" id="{D23DFE5B-B30D-D6F7-56B7-974D9CB5E99F}"/>
              </a:ext>
            </a:extLst>
          </p:cNvPr>
          <p:cNvPicPr>
            <a:picLocks noGrp="1" noChangeAspect="1"/>
          </p:cNvPicPr>
          <p:nvPr>
            <p:ph idx="1"/>
          </p:nvPr>
        </p:nvPicPr>
        <p:blipFill>
          <a:blip r:embed="rId2">
            <a:duotone>
              <a:prstClr val="black"/>
              <a:schemeClr val="accent3">
                <a:lumMod val="60000"/>
                <a:lumOff val="40000"/>
                <a:tint val="45000"/>
                <a:satMod val="400000"/>
              </a:schemeClr>
            </a:duotone>
            <a:extLst>
              <a:ext uri="{28A0092B-C50C-407E-A947-70E740481C1C}">
                <a14:useLocalDpi xmlns:a14="http://schemas.microsoft.com/office/drawing/2010/main" val="0"/>
              </a:ext>
            </a:extLst>
          </a:blip>
          <a:stretch>
            <a:fillRect/>
          </a:stretch>
        </p:blipFill>
        <p:spPr>
          <a:xfrm>
            <a:off x="6627813" y="1943100"/>
            <a:ext cx="4698278" cy="270163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87213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09EE7-3B6E-225E-0506-5F291994BA8D}"/>
              </a:ext>
            </a:extLst>
          </p:cNvPr>
          <p:cNvSpPr>
            <a:spLocks noGrp="1"/>
          </p:cNvSpPr>
          <p:nvPr>
            <p:ph type="title"/>
          </p:nvPr>
        </p:nvSpPr>
        <p:spPr>
          <a:xfrm>
            <a:off x="2447452" y="342901"/>
            <a:ext cx="8911687" cy="1280890"/>
          </a:xfrm>
        </p:spPr>
        <p:txBody>
          <a:bodyPr>
            <a:normAutofit/>
          </a:bodyPr>
          <a:lstStyle/>
          <a:p>
            <a:pPr algn="ctr"/>
            <a:r>
              <a:rPr lang="en-US" sz="4000" b="1" dirty="0">
                <a:solidFill>
                  <a:schemeClr val="accent6">
                    <a:lumMod val="50000"/>
                  </a:schemeClr>
                </a:solidFill>
                <a:latin typeface="Algerian" panose="04020705040A02060702" pitchFamily="82" charset="0"/>
              </a:rPr>
              <a:t>Contents of </a:t>
            </a:r>
            <a:r>
              <a:rPr lang="en-US" sz="4000" b="1" dirty="0" err="1">
                <a:solidFill>
                  <a:schemeClr val="accent6">
                    <a:lumMod val="50000"/>
                  </a:schemeClr>
                </a:solidFill>
                <a:latin typeface="Algerian" panose="04020705040A02060702" pitchFamily="82" charset="0"/>
              </a:rPr>
              <a:t>oraganizers</a:t>
            </a:r>
            <a:r>
              <a:rPr lang="en-US" sz="4000" b="1" dirty="0">
                <a:solidFill>
                  <a:schemeClr val="accent6">
                    <a:lumMod val="50000"/>
                  </a:schemeClr>
                </a:solidFill>
                <a:latin typeface="Algerian" panose="04020705040A02060702" pitchFamily="82" charset="0"/>
              </a:rPr>
              <a:t> Table</a:t>
            </a:r>
            <a:endParaRPr lang="en-IN" sz="4000" b="1" dirty="0">
              <a:solidFill>
                <a:schemeClr val="accent6">
                  <a:lumMod val="50000"/>
                </a:schemeClr>
              </a:solidFill>
              <a:latin typeface="Algerian" panose="04020705040A02060702" pitchFamily="82" charset="0"/>
            </a:endParaRPr>
          </a:p>
        </p:txBody>
      </p:sp>
      <p:pic>
        <p:nvPicPr>
          <p:cNvPr id="5" name="Content Placeholder 4" descr="A screenshot of a computer">
            <a:extLst>
              <a:ext uri="{FF2B5EF4-FFF2-40B4-BE49-F238E27FC236}">
                <a16:creationId xmlns:a16="http://schemas.microsoft.com/office/drawing/2014/main" id="{6BC0CF72-09EC-B483-B879-F7FD922FCB96}"/>
              </a:ext>
            </a:extLst>
          </p:cNvPr>
          <p:cNvPicPr>
            <a:picLocks noGrp="1" noChangeAspect="1"/>
          </p:cNvPicPr>
          <p:nvPr>
            <p:ph idx="1"/>
          </p:nvPr>
        </p:nvPicPr>
        <p:blipFill>
          <a:blip r:embed="rId2">
            <a:duotone>
              <a:prstClr val="black"/>
              <a:schemeClr val="accent4">
                <a:lumMod val="60000"/>
                <a:lumOff val="40000"/>
                <a:tint val="45000"/>
                <a:satMod val="400000"/>
              </a:schemeClr>
            </a:duotone>
            <a:extLst>
              <a:ext uri="{28A0092B-C50C-407E-A947-70E740481C1C}">
                <a14:useLocalDpi xmlns:a14="http://schemas.microsoft.com/office/drawing/2010/main" val="0"/>
              </a:ext>
            </a:extLst>
          </a:blip>
          <a:stretch>
            <a:fillRect/>
          </a:stretch>
        </p:blipFill>
        <p:spPr>
          <a:xfrm>
            <a:off x="4050991" y="1623791"/>
            <a:ext cx="5995554" cy="477981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86464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6E892-8FBA-50B0-8428-6BFD92FD0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3FBAA-B844-A344-B434-45FA5495F11B}"/>
              </a:ext>
            </a:extLst>
          </p:cNvPr>
          <p:cNvSpPr>
            <a:spLocks noGrp="1"/>
          </p:cNvSpPr>
          <p:nvPr>
            <p:ph type="title"/>
          </p:nvPr>
        </p:nvSpPr>
        <p:spPr>
          <a:xfrm>
            <a:off x="2447452" y="342901"/>
            <a:ext cx="8911687" cy="1280890"/>
          </a:xfrm>
        </p:spPr>
        <p:txBody>
          <a:bodyPr>
            <a:normAutofit/>
          </a:bodyPr>
          <a:lstStyle/>
          <a:p>
            <a:pPr algn="ctr"/>
            <a:r>
              <a:rPr lang="en-US" sz="4000" b="1" dirty="0">
                <a:solidFill>
                  <a:schemeClr val="accent6">
                    <a:lumMod val="50000"/>
                  </a:schemeClr>
                </a:solidFill>
                <a:latin typeface="Algerian" panose="04020705040A02060702" pitchFamily="82" charset="0"/>
              </a:rPr>
              <a:t>Contents of events Table</a:t>
            </a:r>
            <a:endParaRPr lang="en-IN" sz="4000" b="1" dirty="0">
              <a:solidFill>
                <a:schemeClr val="accent6">
                  <a:lumMod val="50000"/>
                </a:schemeClr>
              </a:solidFill>
              <a:latin typeface="Algerian" panose="04020705040A02060702" pitchFamily="82" charset="0"/>
            </a:endParaRPr>
          </a:p>
        </p:txBody>
      </p:sp>
      <p:pic>
        <p:nvPicPr>
          <p:cNvPr id="7" name="Content Placeholder 6" descr="A screenshot of a computer">
            <a:extLst>
              <a:ext uri="{FF2B5EF4-FFF2-40B4-BE49-F238E27FC236}">
                <a16:creationId xmlns:a16="http://schemas.microsoft.com/office/drawing/2014/main" id="{86C03A6D-9362-5F78-B06E-5DFB615D3C1F}"/>
              </a:ext>
            </a:extLst>
          </p:cNvPr>
          <p:cNvPicPr>
            <a:picLocks noGrp="1" noChangeAspect="1"/>
          </p:cNvPicPr>
          <p:nvPr>
            <p:ph idx="1"/>
          </p:nvPr>
        </p:nvPicPr>
        <p:blipFill>
          <a:blip r:embed="rId2">
            <a:duotone>
              <a:prstClr val="black"/>
              <a:schemeClr val="accent4">
                <a:lumMod val="60000"/>
                <a:lumOff val="40000"/>
                <a:tint val="45000"/>
                <a:satMod val="400000"/>
              </a:schemeClr>
            </a:duotone>
            <a:extLst>
              <a:ext uri="{28A0092B-C50C-407E-A947-70E740481C1C}">
                <a14:useLocalDpi xmlns:a14="http://schemas.microsoft.com/office/drawing/2010/main" val="0"/>
              </a:ext>
            </a:extLst>
          </a:blip>
          <a:stretch>
            <a:fillRect/>
          </a:stretch>
        </p:blipFill>
        <p:spPr>
          <a:xfrm>
            <a:off x="4031674" y="1488710"/>
            <a:ext cx="6130635" cy="468349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19942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70EF2-8162-9428-2DAD-DF0D63CFA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51734-640D-AD10-165B-99D1278D0FC6}"/>
              </a:ext>
            </a:extLst>
          </p:cNvPr>
          <p:cNvSpPr>
            <a:spLocks noGrp="1"/>
          </p:cNvSpPr>
          <p:nvPr>
            <p:ph type="title"/>
          </p:nvPr>
        </p:nvSpPr>
        <p:spPr>
          <a:xfrm>
            <a:off x="2447452" y="342901"/>
            <a:ext cx="8911687" cy="1280890"/>
          </a:xfrm>
        </p:spPr>
        <p:txBody>
          <a:bodyPr>
            <a:normAutofit/>
          </a:bodyPr>
          <a:lstStyle/>
          <a:p>
            <a:pPr algn="ctr"/>
            <a:r>
              <a:rPr lang="en-US" sz="4000" b="1" dirty="0">
                <a:solidFill>
                  <a:schemeClr val="accent6">
                    <a:lumMod val="50000"/>
                  </a:schemeClr>
                </a:solidFill>
                <a:latin typeface="Algerian" panose="04020705040A02060702" pitchFamily="82" charset="0"/>
              </a:rPr>
              <a:t>Contents of Sponsors Table</a:t>
            </a:r>
            <a:endParaRPr lang="en-IN" sz="4000" b="1" dirty="0">
              <a:solidFill>
                <a:schemeClr val="accent6">
                  <a:lumMod val="50000"/>
                </a:schemeClr>
              </a:solidFill>
              <a:latin typeface="Algerian" panose="04020705040A02060702" pitchFamily="82" charset="0"/>
            </a:endParaRPr>
          </a:p>
        </p:txBody>
      </p:sp>
      <p:pic>
        <p:nvPicPr>
          <p:cNvPr id="6" name="Content Placeholder 5">
            <a:extLst>
              <a:ext uri="{FF2B5EF4-FFF2-40B4-BE49-F238E27FC236}">
                <a16:creationId xmlns:a16="http://schemas.microsoft.com/office/drawing/2014/main" id="{A9E3E366-F63D-625E-5935-FE4921725451}"/>
              </a:ext>
            </a:extLst>
          </p:cNvPr>
          <p:cNvPicPr>
            <a:picLocks noGrp="1" noChangeAspect="1"/>
          </p:cNvPicPr>
          <p:nvPr>
            <p:ph idx="1"/>
          </p:nvPr>
        </p:nvPicPr>
        <p:blipFill>
          <a:blip r:embed="rId2">
            <a:duotone>
              <a:prstClr val="black"/>
              <a:schemeClr val="accent4">
                <a:lumMod val="60000"/>
                <a:lumOff val="40000"/>
                <a:tint val="45000"/>
                <a:satMod val="400000"/>
              </a:schemeClr>
            </a:duotone>
          </a:blip>
          <a:stretch>
            <a:fillRect/>
          </a:stretch>
        </p:blipFill>
        <p:spPr>
          <a:xfrm>
            <a:off x="4176743" y="1499100"/>
            <a:ext cx="5453103" cy="474583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27990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A675-00B4-1FC8-69D3-9AC690387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2CCB0-8018-3B39-ACA3-5247853C1A9A}"/>
              </a:ext>
            </a:extLst>
          </p:cNvPr>
          <p:cNvSpPr>
            <a:spLocks noGrp="1"/>
          </p:cNvSpPr>
          <p:nvPr>
            <p:ph type="title"/>
          </p:nvPr>
        </p:nvSpPr>
        <p:spPr>
          <a:xfrm>
            <a:off x="2447452" y="342901"/>
            <a:ext cx="8911687" cy="1280890"/>
          </a:xfrm>
        </p:spPr>
        <p:txBody>
          <a:bodyPr>
            <a:normAutofit/>
          </a:bodyPr>
          <a:lstStyle/>
          <a:p>
            <a:pPr algn="ctr"/>
            <a:r>
              <a:rPr lang="en-US" sz="4000" b="1" dirty="0">
                <a:solidFill>
                  <a:schemeClr val="accent6">
                    <a:lumMod val="50000"/>
                  </a:schemeClr>
                </a:solidFill>
                <a:latin typeface="Algerian" panose="04020705040A02060702" pitchFamily="82" charset="0"/>
              </a:rPr>
              <a:t>Contents of attendees Table</a:t>
            </a:r>
            <a:endParaRPr lang="en-IN" sz="4000" b="1" dirty="0">
              <a:solidFill>
                <a:schemeClr val="accent6">
                  <a:lumMod val="50000"/>
                </a:schemeClr>
              </a:solidFill>
              <a:latin typeface="Algerian" panose="04020705040A02060702" pitchFamily="82" charset="0"/>
            </a:endParaRPr>
          </a:p>
        </p:txBody>
      </p:sp>
      <p:pic>
        <p:nvPicPr>
          <p:cNvPr id="8" name="Content Placeholder 7">
            <a:extLst>
              <a:ext uri="{FF2B5EF4-FFF2-40B4-BE49-F238E27FC236}">
                <a16:creationId xmlns:a16="http://schemas.microsoft.com/office/drawing/2014/main" id="{B3F025E4-DDC0-B1DC-F800-D0CD7B30D214}"/>
              </a:ext>
            </a:extLst>
          </p:cNvPr>
          <p:cNvPicPr>
            <a:picLocks noGrp="1" noChangeAspect="1"/>
          </p:cNvPicPr>
          <p:nvPr>
            <p:ph idx="1"/>
          </p:nvPr>
        </p:nvPicPr>
        <p:blipFill>
          <a:blip r:embed="rId2">
            <a:duotone>
              <a:prstClr val="black"/>
              <a:schemeClr val="accent4">
                <a:lumMod val="60000"/>
                <a:lumOff val="40000"/>
                <a:tint val="45000"/>
                <a:satMod val="400000"/>
              </a:schemeClr>
            </a:duotone>
          </a:blip>
          <a:stretch>
            <a:fillRect/>
          </a:stretch>
        </p:blipFill>
        <p:spPr>
          <a:xfrm>
            <a:off x="4301836" y="1745673"/>
            <a:ext cx="4914900" cy="4572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35171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C4969-0A4A-6847-8E54-B6B98F25B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AFBE4-DB58-D204-3082-363A545A77DD}"/>
              </a:ext>
            </a:extLst>
          </p:cNvPr>
          <p:cNvSpPr>
            <a:spLocks noGrp="1"/>
          </p:cNvSpPr>
          <p:nvPr>
            <p:ph type="title"/>
          </p:nvPr>
        </p:nvSpPr>
        <p:spPr>
          <a:xfrm>
            <a:off x="2447452" y="342901"/>
            <a:ext cx="8911687" cy="1280890"/>
          </a:xfrm>
        </p:spPr>
        <p:txBody>
          <a:bodyPr>
            <a:normAutofit fontScale="90000"/>
          </a:bodyPr>
          <a:lstStyle/>
          <a:p>
            <a:pPr algn="ctr"/>
            <a:r>
              <a:rPr lang="en-US" sz="4000" b="1" dirty="0">
                <a:solidFill>
                  <a:schemeClr val="accent6">
                    <a:lumMod val="50000"/>
                  </a:schemeClr>
                </a:solidFill>
                <a:latin typeface="Algerian" panose="04020705040A02060702" pitchFamily="82" charset="0"/>
              </a:rPr>
              <a:t>Contents of registrations Table</a:t>
            </a:r>
            <a:endParaRPr lang="en-IN" sz="4000" b="1" dirty="0">
              <a:solidFill>
                <a:schemeClr val="accent6">
                  <a:lumMod val="50000"/>
                </a:schemeClr>
              </a:solidFill>
              <a:latin typeface="Algerian" panose="04020705040A02060702" pitchFamily="82" charset="0"/>
            </a:endParaRPr>
          </a:p>
        </p:txBody>
      </p:sp>
      <p:pic>
        <p:nvPicPr>
          <p:cNvPr id="7" name="Content Placeholder 6">
            <a:extLst>
              <a:ext uri="{FF2B5EF4-FFF2-40B4-BE49-F238E27FC236}">
                <a16:creationId xmlns:a16="http://schemas.microsoft.com/office/drawing/2014/main" id="{E9D5DB48-C940-1883-D2AB-1671829F627D}"/>
              </a:ext>
            </a:extLst>
          </p:cNvPr>
          <p:cNvPicPr>
            <a:picLocks noGrp="1" noChangeAspect="1"/>
          </p:cNvPicPr>
          <p:nvPr>
            <p:ph idx="1"/>
          </p:nvPr>
        </p:nvPicPr>
        <p:blipFill>
          <a:blip r:embed="rId2">
            <a:duotone>
              <a:prstClr val="black"/>
              <a:schemeClr val="accent4">
                <a:lumMod val="60000"/>
                <a:lumOff val="40000"/>
                <a:tint val="45000"/>
                <a:satMod val="400000"/>
              </a:schemeClr>
            </a:duotone>
          </a:blip>
          <a:stretch>
            <a:fillRect/>
          </a:stretch>
        </p:blipFill>
        <p:spPr>
          <a:xfrm>
            <a:off x="4364182" y="1623791"/>
            <a:ext cx="4748645" cy="446809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45988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DE776-1AD6-588C-0E7E-3BD2EE59415F}"/>
              </a:ext>
            </a:extLst>
          </p:cNvPr>
          <p:cNvSpPr>
            <a:spLocks noGrp="1"/>
          </p:cNvSpPr>
          <p:nvPr>
            <p:ph type="title"/>
          </p:nvPr>
        </p:nvSpPr>
        <p:spPr>
          <a:xfrm>
            <a:off x="1294061" y="2621973"/>
            <a:ext cx="4930093" cy="1280890"/>
          </a:xfrm>
        </p:spPr>
        <p:txBody>
          <a:bodyPr>
            <a:normAutofit/>
          </a:bodyPr>
          <a:lstStyle/>
          <a:p>
            <a:r>
              <a:rPr lang="en-US" sz="5400" b="1" dirty="0">
                <a:solidFill>
                  <a:schemeClr val="accent6">
                    <a:lumMod val="50000"/>
                  </a:schemeClr>
                </a:solidFill>
                <a:latin typeface="Algerian" panose="04020705040A02060702" pitchFamily="82" charset="0"/>
              </a:rPr>
              <a:t>SUBQUERIES</a:t>
            </a:r>
            <a:endParaRPr lang="en-IN" sz="4400" b="1" dirty="0">
              <a:solidFill>
                <a:schemeClr val="accent6">
                  <a:lumMod val="50000"/>
                </a:schemeClr>
              </a:solidFill>
              <a:latin typeface="Algerian" panose="04020705040A02060702" pitchFamily="82" charset="0"/>
            </a:endParaRPr>
          </a:p>
        </p:txBody>
      </p:sp>
      <p:pic>
        <p:nvPicPr>
          <p:cNvPr id="9" name="Content Placeholder 8" descr="Confetti in the air at a concert">
            <a:extLst>
              <a:ext uri="{FF2B5EF4-FFF2-40B4-BE49-F238E27FC236}">
                <a16:creationId xmlns:a16="http://schemas.microsoft.com/office/drawing/2014/main" id="{0E706BFC-A806-BF0A-CC36-B6F92006CB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83827" y="290946"/>
            <a:ext cx="6261733" cy="5942944"/>
          </a:xfrm>
          <a:prstGeom prst="ellipse">
            <a:avLst/>
          </a:prstGeom>
          <a:ln>
            <a:noFill/>
          </a:ln>
          <a:effectLst>
            <a:softEdge rad="112500"/>
          </a:effectLst>
        </p:spPr>
      </p:pic>
    </p:spTree>
    <p:extLst>
      <p:ext uri="{BB962C8B-B14F-4D97-AF65-F5344CB8AC3E}">
        <p14:creationId xmlns:p14="http://schemas.microsoft.com/office/powerpoint/2010/main" val="1298716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BCCE-1D0E-EE5F-0639-57616F7AE0AF}"/>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Find attendees who paid more than the average ticket price</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Attendee_id</a:t>
            </a:r>
            <a:r>
              <a:rPr lang="en-US" sz="1800" dirty="0">
                <a:latin typeface="Book Antiqua" panose="02040602050305030304" pitchFamily="18" charset="0"/>
              </a:rPr>
              <a:t>, Name, </a:t>
            </a:r>
            <a:r>
              <a:rPr lang="en-US" sz="1800" dirty="0" err="1">
                <a:latin typeface="Book Antiqua" panose="02040602050305030304" pitchFamily="18" charset="0"/>
              </a:rPr>
              <a:t>EmailFROM</a:t>
            </a:r>
            <a:r>
              <a:rPr lang="en-US" sz="1800" dirty="0">
                <a:latin typeface="Book Antiqua" panose="02040602050305030304" pitchFamily="18" charset="0"/>
              </a:rPr>
              <a:t> </a:t>
            </a:r>
            <a:r>
              <a:rPr lang="en-US" sz="1800" dirty="0" err="1">
                <a:latin typeface="Book Antiqua" panose="02040602050305030304" pitchFamily="18" charset="0"/>
              </a:rPr>
              <a:t>AttendeesWHERE</a:t>
            </a:r>
            <a:r>
              <a:rPr lang="en-US" sz="1800" dirty="0">
                <a:latin typeface="Book Antiqua" panose="02040602050305030304" pitchFamily="18" charset="0"/>
              </a:rPr>
              <a:t> </a:t>
            </a:r>
            <a:r>
              <a:rPr lang="en-US" sz="1800" dirty="0" err="1">
                <a:latin typeface="Book Antiqua" panose="02040602050305030304" pitchFamily="18" charset="0"/>
              </a:rPr>
              <a:t>Attendee_id</a:t>
            </a:r>
            <a:r>
              <a:rPr lang="en-US" sz="1800" dirty="0">
                <a:latin typeface="Book Antiqua" panose="02040602050305030304" pitchFamily="18" charset="0"/>
              </a:rPr>
              <a:t> IN (SELECT </a:t>
            </a:r>
            <a:r>
              <a:rPr lang="en-US" sz="1800" dirty="0" err="1">
                <a:latin typeface="Book Antiqua" panose="02040602050305030304" pitchFamily="18" charset="0"/>
              </a:rPr>
              <a:t>Attendee_id</a:t>
            </a:r>
            <a:r>
              <a:rPr lang="en-US" sz="1800" dirty="0">
                <a:latin typeface="Book Antiqua" panose="02040602050305030304" pitchFamily="18" charset="0"/>
              </a:rPr>
              <a:t>    FROM Registrations    WHERE Price &gt; (SELECT AVG(Price) FROM Registrations));</a:t>
            </a:r>
            <a:endParaRPr lang="en-IN" sz="1800" dirty="0">
              <a:latin typeface="Book Antiqua" panose="02040602050305030304" pitchFamily="18" charset="0"/>
            </a:endParaRPr>
          </a:p>
        </p:txBody>
      </p:sp>
      <p:pic>
        <p:nvPicPr>
          <p:cNvPr id="4" name="Picture 3">
            <a:extLst>
              <a:ext uri="{FF2B5EF4-FFF2-40B4-BE49-F238E27FC236}">
                <a16:creationId xmlns:a16="http://schemas.microsoft.com/office/drawing/2014/main" id="{9FD122E4-D958-FDF9-3122-9AE7991E3C52}"/>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6889173" y="1206000"/>
            <a:ext cx="4738254" cy="309583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11665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3E6B5-E1B9-5D7E-A884-B3EC20952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C50FE-B518-C593-D910-E4577CCAF68B}"/>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List events that have sponsors contributing above 5,00,000</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Event_id</a:t>
            </a:r>
            <a:r>
              <a:rPr lang="en-US" sz="1800" dirty="0">
                <a:latin typeface="Book Antiqua" panose="02040602050305030304" pitchFamily="18" charset="0"/>
              </a:rPr>
              <a:t>, Title, Location, </a:t>
            </a:r>
            <a:r>
              <a:rPr lang="en-US" sz="1800" dirty="0" err="1">
                <a:latin typeface="Book Antiqua" panose="02040602050305030304" pitchFamily="18" charset="0"/>
              </a:rPr>
              <a:t>DateFROM</a:t>
            </a:r>
            <a:r>
              <a:rPr lang="en-US" sz="1800" dirty="0">
                <a:latin typeface="Book Antiqua" panose="02040602050305030304" pitchFamily="18" charset="0"/>
              </a:rPr>
              <a:t> </a:t>
            </a:r>
            <a:r>
              <a:rPr lang="en-US" sz="1800" dirty="0" err="1">
                <a:latin typeface="Book Antiqua" panose="02040602050305030304" pitchFamily="18" charset="0"/>
              </a:rPr>
              <a:t>EventsWHERE</a:t>
            </a:r>
            <a:r>
              <a:rPr lang="en-US" sz="1800" dirty="0">
                <a:latin typeface="Book Antiqua" panose="02040602050305030304" pitchFamily="18" charset="0"/>
              </a:rPr>
              <a:t> </a:t>
            </a:r>
            <a:r>
              <a:rPr lang="en-US" sz="1800" dirty="0" err="1">
                <a:latin typeface="Book Antiqua" panose="02040602050305030304" pitchFamily="18" charset="0"/>
              </a:rPr>
              <a:t>Event_id</a:t>
            </a:r>
            <a:r>
              <a:rPr lang="en-US" sz="1800" dirty="0">
                <a:latin typeface="Book Antiqua" panose="02040602050305030304" pitchFamily="18" charset="0"/>
              </a:rPr>
              <a:t> IN (SELECT </a:t>
            </a:r>
            <a:r>
              <a:rPr lang="en-US" sz="1800" dirty="0" err="1">
                <a:latin typeface="Book Antiqua" panose="02040602050305030304" pitchFamily="18" charset="0"/>
              </a:rPr>
              <a:t>Event_id</a:t>
            </a:r>
            <a:r>
              <a:rPr lang="en-US" sz="1800" dirty="0">
                <a:latin typeface="Book Antiqua" panose="02040602050305030304" pitchFamily="18" charset="0"/>
              </a:rPr>
              <a:t>    FROM Sponsors    WHERE Contribution &gt; 300000);</a:t>
            </a:r>
            <a:endParaRPr lang="en-IN" sz="1800" dirty="0">
              <a:latin typeface="Book Antiqua" panose="02040602050305030304" pitchFamily="18" charset="0"/>
            </a:endParaRPr>
          </a:p>
        </p:txBody>
      </p:sp>
      <p:pic>
        <p:nvPicPr>
          <p:cNvPr id="6" name="Picture 5">
            <a:extLst>
              <a:ext uri="{FF2B5EF4-FFF2-40B4-BE49-F238E27FC236}">
                <a16:creationId xmlns:a16="http://schemas.microsoft.com/office/drawing/2014/main" id="{0240FEBF-8111-912D-645D-15C8B7689A32}"/>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6909221" y="1758089"/>
            <a:ext cx="4416870" cy="263726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09140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EAA80-194F-7778-0C3B-4FA2E1D75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2C05B-43E0-28EC-ABAF-72FEF1398CC3}"/>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Find organizers who have at least one event in Mumbai</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ID, Name, </a:t>
            </a:r>
            <a:r>
              <a:rPr lang="en-US" sz="1800" dirty="0" err="1">
                <a:latin typeface="Book Antiqua" panose="02040602050305030304" pitchFamily="18" charset="0"/>
              </a:rPr>
              <a:t>EmailFROM</a:t>
            </a:r>
            <a:r>
              <a:rPr lang="en-US" sz="1800" dirty="0">
                <a:latin typeface="Book Antiqua" panose="02040602050305030304" pitchFamily="18" charset="0"/>
              </a:rPr>
              <a:t> </a:t>
            </a:r>
            <a:r>
              <a:rPr lang="en-US" sz="1800" dirty="0" err="1">
                <a:latin typeface="Book Antiqua" panose="02040602050305030304" pitchFamily="18" charset="0"/>
              </a:rPr>
              <a:t>OrganizersWHERE</a:t>
            </a:r>
            <a:r>
              <a:rPr lang="en-US" sz="1800" dirty="0">
                <a:latin typeface="Book Antiqua" panose="02040602050305030304" pitchFamily="18" charset="0"/>
              </a:rPr>
              <a:t> ID IN ( SELECT </a:t>
            </a:r>
            <a:r>
              <a:rPr lang="en-US" sz="1800" dirty="0" err="1">
                <a:latin typeface="Book Antiqua" panose="02040602050305030304" pitchFamily="18" charset="0"/>
              </a:rPr>
              <a:t>Organizer_id</a:t>
            </a:r>
            <a:r>
              <a:rPr lang="en-US" sz="1800" dirty="0">
                <a:latin typeface="Book Antiqua" panose="02040602050305030304" pitchFamily="18" charset="0"/>
              </a:rPr>
              <a:t>    FROM Events    WHERE Location = 'Mumbai');</a:t>
            </a:r>
            <a:endParaRPr lang="en-IN" sz="1800" dirty="0">
              <a:latin typeface="Book Antiqua" panose="02040602050305030304" pitchFamily="18" charset="0"/>
            </a:endParaRPr>
          </a:p>
        </p:txBody>
      </p:sp>
      <p:pic>
        <p:nvPicPr>
          <p:cNvPr id="4" name="Picture 3">
            <a:extLst>
              <a:ext uri="{FF2B5EF4-FFF2-40B4-BE49-F238E27FC236}">
                <a16:creationId xmlns:a16="http://schemas.microsoft.com/office/drawing/2014/main" id="{8FB8DB81-7732-6AE9-C118-6711562F37D6}"/>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7092188" y="1340205"/>
            <a:ext cx="4096024" cy="231739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1396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39042-03C0-AE99-B003-F60EF67FD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DF657-C567-CB75-2370-6CA3D55009DD}"/>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Get attendees who did not register for any event</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Attendee_id</a:t>
            </a:r>
            <a:r>
              <a:rPr lang="en-US" sz="1800" dirty="0">
                <a:latin typeface="Book Antiqua" panose="02040602050305030304" pitchFamily="18" charset="0"/>
              </a:rPr>
              <a:t>, Name, </a:t>
            </a:r>
            <a:r>
              <a:rPr lang="en-US" sz="1800" dirty="0" err="1">
                <a:latin typeface="Book Antiqua" panose="02040602050305030304" pitchFamily="18" charset="0"/>
              </a:rPr>
              <a:t>EmailFROM</a:t>
            </a:r>
            <a:r>
              <a:rPr lang="en-US" sz="1800" dirty="0">
                <a:latin typeface="Book Antiqua" panose="02040602050305030304" pitchFamily="18" charset="0"/>
              </a:rPr>
              <a:t> </a:t>
            </a:r>
            <a:r>
              <a:rPr lang="en-US" sz="1800" dirty="0" err="1">
                <a:latin typeface="Book Antiqua" panose="02040602050305030304" pitchFamily="18" charset="0"/>
              </a:rPr>
              <a:t>AttendeesWHERE</a:t>
            </a:r>
            <a:r>
              <a:rPr lang="en-US" sz="1800" dirty="0">
                <a:latin typeface="Book Antiqua" panose="02040602050305030304" pitchFamily="18" charset="0"/>
              </a:rPr>
              <a:t> </a:t>
            </a:r>
            <a:r>
              <a:rPr lang="en-US" sz="1800" dirty="0" err="1">
                <a:latin typeface="Book Antiqua" panose="02040602050305030304" pitchFamily="18" charset="0"/>
              </a:rPr>
              <a:t>Attendee_id</a:t>
            </a:r>
            <a:r>
              <a:rPr lang="en-US" sz="1800" dirty="0">
                <a:latin typeface="Book Antiqua" panose="02040602050305030304" pitchFamily="18" charset="0"/>
              </a:rPr>
              <a:t> NOT IN (    SELECT DISTINCT </a:t>
            </a:r>
            <a:r>
              <a:rPr lang="en-US" sz="1800" dirty="0" err="1">
                <a:latin typeface="Book Antiqua" panose="02040602050305030304" pitchFamily="18" charset="0"/>
              </a:rPr>
              <a:t>Attendee_id</a:t>
            </a:r>
            <a:r>
              <a:rPr lang="en-US" sz="1800" dirty="0">
                <a:latin typeface="Book Antiqua" panose="02040602050305030304" pitchFamily="18" charset="0"/>
              </a:rPr>
              <a:t> FROM Registrations);</a:t>
            </a:r>
            <a:endParaRPr lang="en-IN" sz="1800" dirty="0">
              <a:latin typeface="Book Antiqua" panose="02040602050305030304" pitchFamily="18" charset="0"/>
            </a:endParaRPr>
          </a:p>
        </p:txBody>
      </p:sp>
      <p:pic>
        <p:nvPicPr>
          <p:cNvPr id="5" name="Picture 4">
            <a:extLst>
              <a:ext uri="{FF2B5EF4-FFF2-40B4-BE49-F238E27FC236}">
                <a16:creationId xmlns:a16="http://schemas.microsoft.com/office/drawing/2014/main" id="{858444C4-5170-F537-46D5-00DAF34B884A}"/>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7017909" y="1430389"/>
            <a:ext cx="4422481" cy="17180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398619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9A134-BE53-BC0A-58E4-25AD2D4B5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ECD1E-220A-CEAF-E345-F2683408A642}"/>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Find the most expensive event (based on max ticket price)</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Event_id</a:t>
            </a:r>
            <a:r>
              <a:rPr lang="en-US" sz="1800" dirty="0">
                <a:latin typeface="Book Antiqua" panose="02040602050305030304" pitchFamily="18" charset="0"/>
              </a:rPr>
              <a:t>, Title, Type, </a:t>
            </a:r>
            <a:r>
              <a:rPr lang="en-US" sz="1800" dirty="0" err="1">
                <a:latin typeface="Book Antiqua" panose="02040602050305030304" pitchFamily="18" charset="0"/>
              </a:rPr>
              <a:t>LocationFROM</a:t>
            </a:r>
            <a:r>
              <a:rPr lang="en-US" sz="1800" dirty="0">
                <a:latin typeface="Book Antiqua" panose="02040602050305030304" pitchFamily="18" charset="0"/>
              </a:rPr>
              <a:t> </a:t>
            </a:r>
            <a:r>
              <a:rPr lang="en-US" sz="1800" dirty="0" err="1">
                <a:latin typeface="Book Antiqua" panose="02040602050305030304" pitchFamily="18" charset="0"/>
              </a:rPr>
              <a:t>EventsWHERE</a:t>
            </a:r>
            <a:r>
              <a:rPr lang="en-US" sz="1800" dirty="0">
                <a:latin typeface="Book Antiqua" panose="02040602050305030304" pitchFamily="18" charset="0"/>
              </a:rPr>
              <a:t> </a:t>
            </a:r>
            <a:r>
              <a:rPr lang="en-US" sz="1800" dirty="0" err="1">
                <a:latin typeface="Book Antiqua" panose="02040602050305030304" pitchFamily="18" charset="0"/>
              </a:rPr>
              <a:t>Event_id</a:t>
            </a:r>
            <a:r>
              <a:rPr lang="en-US" sz="1800" dirty="0">
                <a:latin typeface="Book Antiqua" panose="02040602050305030304" pitchFamily="18" charset="0"/>
              </a:rPr>
              <a:t> IN (    SELECT </a:t>
            </a:r>
            <a:r>
              <a:rPr lang="en-US" sz="1800" dirty="0" err="1">
                <a:latin typeface="Book Antiqua" panose="02040602050305030304" pitchFamily="18" charset="0"/>
              </a:rPr>
              <a:t>Event_id</a:t>
            </a:r>
            <a:r>
              <a:rPr lang="en-US" sz="1800" dirty="0">
                <a:latin typeface="Book Antiqua" panose="02040602050305030304" pitchFamily="18" charset="0"/>
              </a:rPr>
              <a:t>    FROM Registrations    WHERE Price = (SELECT MAX(Price) FROM Registrations));</a:t>
            </a:r>
            <a:endParaRPr lang="en-IN" sz="1800" dirty="0">
              <a:latin typeface="Book Antiqua" panose="02040602050305030304" pitchFamily="18" charset="0"/>
            </a:endParaRPr>
          </a:p>
        </p:txBody>
      </p:sp>
      <p:pic>
        <p:nvPicPr>
          <p:cNvPr id="4" name="Picture 3">
            <a:extLst>
              <a:ext uri="{FF2B5EF4-FFF2-40B4-BE49-F238E27FC236}">
                <a16:creationId xmlns:a16="http://schemas.microsoft.com/office/drawing/2014/main" id="{22587F53-0206-AB2B-0AF9-C8972A0FEC09}"/>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7094968" y="1496290"/>
            <a:ext cx="4490895" cy="193270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44562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990D8-27C0-8A47-492D-3386F695B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5A48A-6DE3-2877-6A57-F105E154346C}"/>
              </a:ext>
            </a:extLst>
          </p:cNvPr>
          <p:cNvSpPr>
            <a:spLocks noGrp="1"/>
          </p:cNvSpPr>
          <p:nvPr>
            <p:ph type="title"/>
          </p:nvPr>
        </p:nvSpPr>
        <p:spPr>
          <a:xfrm>
            <a:off x="1325234" y="2621973"/>
            <a:ext cx="4930093" cy="1280890"/>
          </a:xfrm>
        </p:spPr>
        <p:txBody>
          <a:bodyPr>
            <a:normAutofit/>
          </a:bodyPr>
          <a:lstStyle/>
          <a:p>
            <a:pPr algn="ctr"/>
            <a:r>
              <a:rPr lang="en-US" sz="5400" b="1" dirty="0">
                <a:solidFill>
                  <a:schemeClr val="accent6">
                    <a:lumMod val="50000"/>
                  </a:schemeClr>
                </a:solidFill>
                <a:latin typeface="Algerian" panose="04020705040A02060702" pitchFamily="82" charset="0"/>
              </a:rPr>
              <a:t>JOINS</a:t>
            </a:r>
            <a:endParaRPr lang="en-IN" sz="4400" b="1" dirty="0">
              <a:solidFill>
                <a:schemeClr val="accent6">
                  <a:lumMod val="50000"/>
                </a:schemeClr>
              </a:solidFill>
              <a:latin typeface="Algerian" panose="04020705040A02060702" pitchFamily="82" charset="0"/>
            </a:endParaRPr>
          </a:p>
        </p:txBody>
      </p:sp>
      <p:pic>
        <p:nvPicPr>
          <p:cNvPr id="9" name="Content Placeholder 8" descr="Confetti in the air at a concert">
            <a:extLst>
              <a:ext uri="{FF2B5EF4-FFF2-40B4-BE49-F238E27FC236}">
                <a16:creationId xmlns:a16="http://schemas.microsoft.com/office/drawing/2014/main" id="{A9433FE7-1989-68C2-AE70-13CBBEB0C1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83827" y="290946"/>
            <a:ext cx="6261733" cy="5942944"/>
          </a:xfrm>
          <a:prstGeom prst="ellipse">
            <a:avLst/>
          </a:prstGeom>
          <a:ln>
            <a:noFill/>
          </a:ln>
          <a:effectLst>
            <a:softEdge rad="112500"/>
          </a:effectLst>
        </p:spPr>
      </p:pic>
    </p:spTree>
    <p:extLst>
      <p:ext uri="{BB962C8B-B14F-4D97-AF65-F5344CB8AC3E}">
        <p14:creationId xmlns:p14="http://schemas.microsoft.com/office/powerpoint/2010/main" val="2169045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ACCA5-B797-E7C9-BE21-537EFE160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42A70-6CF9-0787-02F6-48B9243AB8C9}"/>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Display all events with their organizers (INNER JOIN)</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e.Title</a:t>
            </a:r>
            <a:r>
              <a:rPr lang="en-US" sz="1800" dirty="0">
                <a:latin typeface="Book Antiqua" panose="02040602050305030304" pitchFamily="18" charset="0"/>
              </a:rPr>
              <a:t>, </a:t>
            </a:r>
            <a:r>
              <a:rPr lang="en-US" sz="1800" dirty="0" err="1">
                <a:latin typeface="Book Antiqua" panose="02040602050305030304" pitchFamily="18" charset="0"/>
              </a:rPr>
              <a:t>e.Date</a:t>
            </a:r>
            <a:r>
              <a:rPr lang="en-US" sz="1800" dirty="0">
                <a:latin typeface="Book Antiqua" panose="02040602050305030304" pitchFamily="18" charset="0"/>
              </a:rPr>
              <a:t>, </a:t>
            </a:r>
            <a:r>
              <a:rPr lang="en-US" sz="1800" dirty="0" err="1">
                <a:latin typeface="Book Antiqua" panose="02040602050305030304" pitchFamily="18" charset="0"/>
              </a:rPr>
              <a:t>o.Name</a:t>
            </a:r>
            <a:r>
              <a:rPr lang="en-US" sz="1800" dirty="0">
                <a:latin typeface="Book Antiqua" panose="02040602050305030304" pitchFamily="18" charset="0"/>
              </a:rPr>
              <a:t> AS </a:t>
            </a:r>
            <a:r>
              <a:rPr lang="en-US" sz="1800" dirty="0" err="1">
                <a:latin typeface="Book Antiqua" panose="02040602050305030304" pitchFamily="18" charset="0"/>
              </a:rPr>
              <a:t>OrganizerFROM</a:t>
            </a:r>
            <a:r>
              <a:rPr lang="en-US" sz="1800" dirty="0">
                <a:latin typeface="Book Antiqua" panose="02040602050305030304" pitchFamily="18" charset="0"/>
              </a:rPr>
              <a:t> Events </a:t>
            </a:r>
            <a:r>
              <a:rPr lang="en-US" sz="1800" dirty="0" err="1">
                <a:latin typeface="Book Antiqua" panose="02040602050305030304" pitchFamily="18" charset="0"/>
              </a:rPr>
              <a:t>eINNER</a:t>
            </a:r>
            <a:r>
              <a:rPr lang="en-US" sz="1800" dirty="0">
                <a:latin typeface="Book Antiqua" panose="02040602050305030304" pitchFamily="18" charset="0"/>
              </a:rPr>
              <a:t> JOIN Organizers o ON </a:t>
            </a:r>
            <a:r>
              <a:rPr lang="en-US" sz="1800" dirty="0" err="1">
                <a:latin typeface="Book Antiqua" panose="02040602050305030304" pitchFamily="18" charset="0"/>
              </a:rPr>
              <a:t>e.Organizer_id</a:t>
            </a:r>
            <a:r>
              <a:rPr lang="en-US" sz="1800" dirty="0">
                <a:latin typeface="Book Antiqua" panose="02040602050305030304" pitchFamily="18" charset="0"/>
              </a:rPr>
              <a:t> = o.ID;</a:t>
            </a:r>
            <a:endParaRPr lang="en-IN" sz="1800" dirty="0">
              <a:latin typeface="Book Antiqua" panose="02040602050305030304" pitchFamily="18" charset="0"/>
            </a:endParaRPr>
          </a:p>
        </p:txBody>
      </p:sp>
      <p:pic>
        <p:nvPicPr>
          <p:cNvPr id="5" name="Picture 4">
            <a:extLst>
              <a:ext uri="{FF2B5EF4-FFF2-40B4-BE49-F238E27FC236}">
                <a16:creationId xmlns:a16="http://schemas.microsoft.com/office/drawing/2014/main" id="{18A138C6-3AA6-F903-9689-6DDC226BA969}"/>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6930736" y="1344919"/>
            <a:ext cx="4160026" cy="405835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18962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58894-9874-DA6C-83AC-479BE40086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51363-CA72-A83B-15AF-61870FD1F847}"/>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Show registrations with attendee names and event titles (INNER JOIN)</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r.Registration_id</a:t>
            </a:r>
            <a:r>
              <a:rPr lang="en-US" sz="1800" dirty="0">
                <a:latin typeface="Book Antiqua" panose="02040602050305030304" pitchFamily="18" charset="0"/>
              </a:rPr>
              <a:t>, </a:t>
            </a:r>
            <a:r>
              <a:rPr lang="en-US" sz="1800" dirty="0" err="1">
                <a:latin typeface="Book Antiqua" panose="02040602050305030304" pitchFamily="18" charset="0"/>
              </a:rPr>
              <a:t>a.Name</a:t>
            </a:r>
            <a:r>
              <a:rPr lang="en-US" sz="1800" dirty="0">
                <a:latin typeface="Book Antiqua" panose="02040602050305030304" pitchFamily="18" charset="0"/>
              </a:rPr>
              <a:t> AS Attendee, </a:t>
            </a:r>
            <a:r>
              <a:rPr lang="en-US" sz="1800" dirty="0" err="1">
                <a:latin typeface="Book Antiqua" panose="02040602050305030304" pitchFamily="18" charset="0"/>
              </a:rPr>
              <a:t>e.Title</a:t>
            </a:r>
            <a:r>
              <a:rPr lang="en-US" sz="1800" dirty="0">
                <a:latin typeface="Book Antiqua" panose="02040602050305030304" pitchFamily="18" charset="0"/>
              </a:rPr>
              <a:t> AS Event, </a:t>
            </a:r>
            <a:r>
              <a:rPr lang="en-US" sz="1800" dirty="0" err="1">
                <a:latin typeface="Book Antiqua" panose="02040602050305030304" pitchFamily="18" charset="0"/>
              </a:rPr>
              <a:t>r.Ticket_type</a:t>
            </a:r>
            <a:r>
              <a:rPr lang="en-US" sz="1800" dirty="0">
                <a:latin typeface="Book Antiqua" panose="02040602050305030304" pitchFamily="18" charset="0"/>
              </a:rPr>
              <a:t>, </a:t>
            </a:r>
            <a:r>
              <a:rPr lang="en-US" sz="1800" dirty="0" err="1">
                <a:latin typeface="Book Antiqua" panose="02040602050305030304" pitchFamily="18" charset="0"/>
              </a:rPr>
              <a:t>r.PriceFROM</a:t>
            </a:r>
            <a:r>
              <a:rPr lang="en-US" sz="1800" dirty="0">
                <a:latin typeface="Book Antiqua" panose="02040602050305030304" pitchFamily="18" charset="0"/>
              </a:rPr>
              <a:t> Registrations </a:t>
            </a:r>
            <a:r>
              <a:rPr lang="en-US" sz="1800" dirty="0" err="1">
                <a:latin typeface="Book Antiqua" panose="02040602050305030304" pitchFamily="18" charset="0"/>
              </a:rPr>
              <a:t>rINNER</a:t>
            </a:r>
            <a:r>
              <a:rPr lang="en-US" sz="1800" dirty="0">
                <a:latin typeface="Book Antiqua" panose="02040602050305030304" pitchFamily="18" charset="0"/>
              </a:rPr>
              <a:t> JOIN Attendees a ON </a:t>
            </a:r>
            <a:r>
              <a:rPr lang="en-US" sz="1800" dirty="0" err="1">
                <a:latin typeface="Book Antiqua" panose="02040602050305030304" pitchFamily="18" charset="0"/>
              </a:rPr>
              <a:t>r.Attendee_id</a:t>
            </a:r>
            <a:r>
              <a:rPr lang="en-US" sz="1800" dirty="0">
                <a:latin typeface="Book Antiqua" panose="02040602050305030304" pitchFamily="18" charset="0"/>
              </a:rPr>
              <a:t> = </a:t>
            </a:r>
            <a:r>
              <a:rPr lang="en-US" sz="1800" dirty="0" err="1">
                <a:latin typeface="Book Antiqua" panose="02040602050305030304" pitchFamily="18" charset="0"/>
              </a:rPr>
              <a:t>a.Attendee_idINNER</a:t>
            </a:r>
            <a:r>
              <a:rPr lang="en-US" sz="1800" dirty="0">
                <a:latin typeface="Book Antiqua" panose="02040602050305030304" pitchFamily="18" charset="0"/>
              </a:rPr>
              <a:t> JOIN Events e ON </a:t>
            </a:r>
            <a:r>
              <a:rPr lang="en-US" sz="1800" dirty="0" err="1">
                <a:latin typeface="Book Antiqua" panose="02040602050305030304" pitchFamily="18" charset="0"/>
              </a:rPr>
              <a:t>r.Event_id</a:t>
            </a:r>
            <a:r>
              <a:rPr lang="en-US" sz="1800" dirty="0">
                <a:latin typeface="Book Antiqua" panose="02040602050305030304" pitchFamily="18" charset="0"/>
              </a:rPr>
              <a:t> = </a:t>
            </a:r>
            <a:r>
              <a:rPr lang="en-US" sz="1800" dirty="0" err="1">
                <a:latin typeface="Book Antiqua" panose="02040602050305030304" pitchFamily="18" charset="0"/>
              </a:rPr>
              <a:t>e.Event_id</a:t>
            </a:r>
            <a:r>
              <a:rPr lang="en-US" sz="1800" dirty="0">
                <a:latin typeface="Book Antiqua" panose="02040602050305030304" pitchFamily="18" charset="0"/>
              </a:rPr>
              <a:t>;</a:t>
            </a:r>
            <a:endParaRPr lang="en-IN" sz="1800" dirty="0">
              <a:latin typeface="Book Antiqua" panose="02040602050305030304" pitchFamily="18" charset="0"/>
            </a:endParaRPr>
          </a:p>
        </p:txBody>
      </p:sp>
      <p:pic>
        <p:nvPicPr>
          <p:cNvPr id="4" name="Picture 3">
            <a:extLst>
              <a:ext uri="{FF2B5EF4-FFF2-40B4-BE49-F238E27FC236}">
                <a16:creationId xmlns:a16="http://schemas.microsoft.com/office/drawing/2014/main" id="{A02AB4AE-1C64-B059-7F39-8EA03DFA6EDE}"/>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6567056" y="1080654"/>
            <a:ext cx="5254268" cy="457200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59124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36F65-F2AE-3027-1309-32ADED15B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4C45B-4FAA-F557-9BBF-6423DE542AE1}"/>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List all events and their sponsors (LEFT JOIN – even if no sponsor)</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e.event_id</a:t>
            </a:r>
            <a:r>
              <a:rPr lang="en-US" sz="1800" dirty="0">
                <a:latin typeface="Book Antiqua" panose="02040602050305030304" pitchFamily="18" charset="0"/>
              </a:rPr>
              <a:t>, </a:t>
            </a:r>
            <a:r>
              <a:rPr lang="en-US" sz="1800" dirty="0" err="1">
                <a:latin typeface="Book Antiqua" panose="02040602050305030304" pitchFamily="18" charset="0"/>
              </a:rPr>
              <a:t>e.Title</a:t>
            </a:r>
            <a:r>
              <a:rPr lang="en-US" sz="1800" dirty="0">
                <a:latin typeface="Book Antiqua" panose="02040602050305030304" pitchFamily="18" charset="0"/>
              </a:rPr>
              <a:t>, </a:t>
            </a:r>
            <a:r>
              <a:rPr lang="en-US" sz="1800" dirty="0" err="1">
                <a:latin typeface="Book Antiqua" panose="02040602050305030304" pitchFamily="18" charset="0"/>
              </a:rPr>
              <a:t>e.Location</a:t>
            </a:r>
            <a:r>
              <a:rPr lang="en-US" sz="1800" dirty="0">
                <a:latin typeface="Book Antiqua" panose="02040602050305030304" pitchFamily="18" charset="0"/>
              </a:rPr>
              <a:t>, </a:t>
            </a:r>
            <a:r>
              <a:rPr lang="en-US" sz="1800" dirty="0" err="1">
                <a:latin typeface="Book Antiqua" panose="02040602050305030304" pitchFamily="18" charset="0"/>
              </a:rPr>
              <a:t>s.Sponsor_name</a:t>
            </a:r>
            <a:r>
              <a:rPr lang="en-US" sz="1800" dirty="0">
                <a:latin typeface="Book Antiqua" panose="02040602050305030304" pitchFamily="18" charset="0"/>
              </a:rPr>
              <a:t>, </a:t>
            </a:r>
            <a:r>
              <a:rPr lang="en-US" sz="1800" dirty="0" err="1">
                <a:latin typeface="Book Antiqua" panose="02040602050305030304" pitchFamily="18" charset="0"/>
              </a:rPr>
              <a:t>s.ContributionFROM</a:t>
            </a:r>
            <a:r>
              <a:rPr lang="en-US" sz="1800" dirty="0">
                <a:latin typeface="Book Antiqua" panose="02040602050305030304" pitchFamily="18" charset="0"/>
              </a:rPr>
              <a:t> Events </a:t>
            </a:r>
            <a:r>
              <a:rPr lang="en-US" sz="1800" dirty="0" err="1">
                <a:latin typeface="Book Antiqua" panose="02040602050305030304" pitchFamily="18" charset="0"/>
              </a:rPr>
              <a:t>eLEFT</a:t>
            </a:r>
            <a:r>
              <a:rPr lang="en-US" sz="1800" dirty="0">
                <a:latin typeface="Book Antiqua" panose="02040602050305030304" pitchFamily="18" charset="0"/>
              </a:rPr>
              <a:t> JOIN Sponsors s ON </a:t>
            </a:r>
            <a:r>
              <a:rPr lang="en-US" sz="1800" dirty="0" err="1">
                <a:latin typeface="Book Antiqua" panose="02040602050305030304" pitchFamily="18" charset="0"/>
              </a:rPr>
              <a:t>e.Event_id</a:t>
            </a:r>
            <a:r>
              <a:rPr lang="en-US" sz="1800" dirty="0">
                <a:latin typeface="Book Antiqua" panose="02040602050305030304" pitchFamily="18" charset="0"/>
              </a:rPr>
              <a:t> = </a:t>
            </a:r>
            <a:r>
              <a:rPr lang="en-US" sz="1800" dirty="0" err="1">
                <a:latin typeface="Book Antiqua" panose="02040602050305030304" pitchFamily="18" charset="0"/>
              </a:rPr>
              <a:t>s.Event_id</a:t>
            </a:r>
            <a:r>
              <a:rPr lang="en-US" sz="1800" dirty="0">
                <a:latin typeface="Book Antiqua" panose="02040602050305030304" pitchFamily="18" charset="0"/>
              </a:rPr>
              <a:t>;</a:t>
            </a:r>
            <a:endParaRPr lang="en-IN" sz="1800" dirty="0">
              <a:latin typeface="Book Antiqua" panose="02040602050305030304" pitchFamily="18" charset="0"/>
            </a:endParaRPr>
          </a:p>
        </p:txBody>
      </p:sp>
      <p:pic>
        <p:nvPicPr>
          <p:cNvPr id="7" name="Picture 6">
            <a:extLst>
              <a:ext uri="{FF2B5EF4-FFF2-40B4-BE49-F238E27FC236}">
                <a16:creationId xmlns:a16="http://schemas.microsoft.com/office/drawing/2014/main" id="{F767557D-EB93-1D4A-63FA-3CF47B4ACAE4}"/>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6567055" y="1381992"/>
            <a:ext cx="5500254" cy="37152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94506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67590-8BBA-30FD-A965-C686691FA5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CCF77-5911-8BDA-337F-CCF10A8DA163}"/>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Find attendees and the events they registered for (RIGHT JOIN)</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a.attendee_id</a:t>
            </a:r>
            <a:r>
              <a:rPr lang="en-US" sz="1800" dirty="0">
                <a:latin typeface="Book Antiqua" panose="02040602050305030304" pitchFamily="18" charset="0"/>
              </a:rPr>
              <a:t>, </a:t>
            </a:r>
            <a:r>
              <a:rPr lang="en-US" sz="1800" dirty="0" err="1">
                <a:latin typeface="Book Antiqua" panose="02040602050305030304" pitchFamily="18" charset="0"/>
              </a:rPr>
              <a:t>a.Name</a:t>
            </a:r>
            <a:r>
              <a:rPr lang="en-US" sz="1800" dirty="0">
                <a:latin typeface="Book Antiqua" panose="02040602050305030304" pitchFamily="18" charset="0"/>
              </a:rPr>
              <a:t>, </a:t>
            </a:r>
            <a:r>
              <a:rPr lang="en-US" sz="1800" dirty="0" err="1">
                <a:latin typeface="Book Antiqua" panose="02040602050305030304" pitchFamily="18" charset="0"/>
              </a:rPr>
              <a:t>e.Title</a:t>
            </a:r>
            <a:r>
              <a:rPr lang="en-US" sz="1800" dirty="0">
                <a:latin typeface="Book Antiqua" panose="02040602050305030304" pitchFamily="18" charset="0"/>
              </a:rPr>
              <a:t>, </a:t>
            </a:r>
            <a:r>
              <a:rPr lang="en-US" sz="1800" dirty="0" err="1">
                <a:latin typeface="Book Antiqua" panose="02040602050305030304" pitchFamily="18" charset="0"/>
              </a:rPr>
              <a:t>r.Ticket_typeFROM</a:t>
            </a:r>
            <a:r>
              <a:rPr lang="en-US" sz="1800" dirty="0">
                <a:latin typeface="Book Antiqua" panose="02040602050305030304" pitchFamily="18" charset="0"/>
              </a:rPr>
              <a:t> Registrations </a:t>
            </a:r>
            <a:r>
              <a:rPr lang="en-US" sz="1800" dirty="0" err="1">
                <a:latin typeface="Book Antiqua" panose="02040602050305030304" pitchFamily="18" charset="0"/>
              </a:rPr>
              <a:t>rRIGHT</a:t>
            </a:r>
            <a:r>
              <a:rPr lang="en-US" sz="1800" dirty="0">
                <a:latin typeface="Book Antiqua" panose="02040602050305030304" pitchFamily="18" charset="0"/>
              </a:rPr>
              <a:t> JOIN Attendees a ON </a:t>
            </a:r>
            <a:r>
              <a:rPr lang="en-US" sz="1800" dirty="0" err="1">
                <a:latin typeface="Book Antiqua" panose="02040602050305030304" pitchFamily="18" charset="0"/>
              </a:rPr>
              <a:t>r.Attendee_id</a:t>
            </a:r>
            <a:r>
              <a:rPr lang="en-US" sz="1800" dirty="0">
                <a:latin typeface="Book Antiqua" panose="02040602050305030304" pitchFamily="18" charset="0"/>
              </a:rPr>
              <a:t> = </a:t>
            </a:r>
            <a:r>
              <a:rPr lang="en-US" sz="1800" dirty="0" err="1">
                <a:latin typeface="Book Antiqua" panose="02040602050305030304" pitchFamily="18" charset="0"/>
              </a:rPr>
              <a:t>a.Attendee_idRIGHT</a:t>
            </a:r>
            <a:r>
              <a:rPr lang="en-US" sz="1800" dirty="0">
                <a:latin typeface="Book Antiqua" panose="02040602050305030304" pitchFamily="18" charset="0"/>
              </a:rPr>
              <a:t> JOIN Events e ON </a:t>
            </a:r>
            <a:r>
              <a:rPr lang="en-US" sz="1800" dirty="0" err="1">
                <a:latin typeface="Book Antiqua" panose="02040602050305030304" pitchFamily="18" charset="0"/>
              </a:rPr>
              <a:t>r.Event_id</a:t>
            </a:r>
            <a:r>
              <a:rPr lang="en-US" sz="1800" dirty="0">
                <a:latin typeface="Book Antiqua" panose="02040602050305030304" pitchFamily="18" charset="0"/>
              </a:rPr>
              <a:t> = </a:t>
            </a:r>
            <a:r>
              <a:rPr lang="en-US" sz="1800" dirty="0" err="1">
                <a:latin typeface="Book Antiqua" panose="02040602050305030304" pitchFamily="18" charset="0"/>
              </a:rPr>
              <a:t>e.Event_id</a:t>
            </a:r>
            <a:r>
              <a:rPr lang="en-US" sz="1800" dirty="0">
                <a:latin typeface="Book Antiqua" panose="02040602050305030304" pitchFamily="18" charset="0"/>
              </a:rPr>
              <a:t>;</a:t>
            </a:r>
            <a:endParaRPr lang="en-IN" sz="1800" dirty="0">
              <a:latin typeface="Book Antiqua" panose="02040602050305030304" pitchFamily="18" charset="0"/>
            </a:endParaRPr>
          </a:p>
        </p:txBody>
      </p:sp>
      <p:pic>
        <p:nvPicPr>
          <p:cNvPr id="4" name="Picture 3">
            <a:extLst>
              <a:ext uri="{FF2B5EF4-FFF2-40B4-BE49-F238E27FC236}">
                <a16:creationId xmlns:a16="http://schemas.microsoft.com/office/drawing/2014/main" id="{65D705DE-EDEC-C7E5-5B59-104FBE2B6BF2}"/>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6737732" y="1215760"/>
            <a:ext cx="4867954" cy="434400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04604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AD023-6522-1A27-2D98-D2866CCDB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3C079-BE73-25CB-FA0F-5E772B72361D}"/>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Display total revenue per event using JOIN + GROUP BY</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e.Title</a:t>
            </a:r>
            <a:r>
              <a:rPr lang="en-US" sz="1800" dirty="0">
                <a:latin typeface="Book Antiqua" panose="02040602050305030304" pitchFamily="18" charset="0"/>
              </a:rPr>
              <a:t>, SUM(</a:t>
            </a:r>
            <a:r>
              <a:rPr lang="en-US" sz="1800" dirty="0" err="1">
                <a:latin typeface="Book Antiqua" panose="02040602050305030304" pitchFamily="18" charset="0"/>
              </a:rPr>
              <a:t>r.Price</a:t>
            </a:r>
            <a:r>
              <a:rPr lang="en-US" sz="1800" dirty="0">
                <a:latin typeface="Book Antiqua" panose="02040602050305030304" pitchFamily="18" charset="0"/>
              </a:rPr>
              <a:t>) AS </a:t>
            </a:r>
            <a:r>
              <a:rPr lang="en-US" sz="1800" dirty="0" err="1">
                <a:latin typeface="Book Antiqua" panose="02040602050305030304" pitchFamily="18" charset="0"/>
              </a:rPr>
              <a:t>Total_RevenueFROM</a:t>
            </a:r>
            <a:r>
              <a:rPr lang="en-US" sz="1800" dirty="0">
                <a:latin typeface="Book Antiqua" panose="02040602050305030304" pitchFamily="18" charset="0"/>
              </a:rPr>
              <a:t> Events </a:t>
            </a:r>
            <a:r>
              <a:rPr lang="en-US" sz="1800" dirty="0" err="1">
                <a:latin typeface="Book Antiqua" panose="02040602050305030304" pitchFamily="18" charset="0"/>
              </a:rPr>
              <a:t>eJOIN</a:t>
            </a:r>
            <a:r>
              <a:rPr lang="en-US" sz="1800" dirty="0">
                <a:latin typeface="Book Antiqua" panose="02040602050305030304" pitchFamily="18" charset="0"/>
              </a:rPr>
              <a:t> Registrations r ON </a:t>
            </a:r>
            <a:r>
              <a:rPr lang="en-US" sz="1800" dirty="0" err="1">
                <a:latin typeface="Book Antiqua" panose="02040602050305030304" pitchFamily="18" charset="0"/>
              </a:rPr>
              <a:t>e.Event_id</a:t>
            </a:r>
            <a:r>
              <a:rPr lang="en-US" sz="1800" dirty="0">
                <a:latin typeface="Book Antiqua" panose="02040602050305030304" pitchFamily="18" charset="0"/>
              </a:rPr>
              <a:t> = </a:t>
            </a:r>
            <a:r>
              <a:rPr lang="en-US" sz="1800" dirty="0" err="1">
                <a:latin typeface="Book Antiqua" panose="02040602050305030304" pitchFamily="18" charset="0"/>
              </a:rPr>
              <a:t>r.Event_idGROUP</a:t>
            </a:r>
            <a:r>
              <a:rPr lang="en-US" sz="1800" dirty="0">
                <a:latin typeface="Book Antiqua" panose="02040602050305030304" pitchFamily="18" charset="0"/>
              </a:rPr>
              <a:t> BY </a:t>
            </a:r>
            <a:r>
              <a:rPr lang="en-US" sz="1800" dirty="0" err="1">
                <a:latin typeface="Book Antiqua" panose="02040602050305030304" pitchFamily="18" charset="0"/>
              </a:rPr>
              <a:t>e.Title</a:t>
            </a:r>
            <a:r>
              <a:rPr lang="en-US" sz="1800" dirty="0">
                <a:latin typeface="Book Antiqua" panose="02040602050305030304" pitchFamily="18" charset="0"/>
              </a:rPr>
              <a:t>;</a:t>
            </a:r>
            <a:endParaRPr lang="en-IN" sz="1800" dirty="0">
              <a:latin typeface="Book Antiqua" panose="02040602050305030304" pitchFamily="18" charset="0"/>
            </a:endParaRPr>
          </a:p>
        </p:txBody>
      </p:sp>
      <p:pic>
        <p:nvPicPr>
          <p:cNvPr id="5" name="Picture 4">
            <a:extLst>
              <a:ext uri="{FF2B5EF4-FFF2-40B4-BE49-F238E27FC236}">
                <a16:creationId xmlns:a16="http://schemas.microsoft.com/office/drawing/2014/main" id="{10B4E91A-7B30-E591-1672-BDE7893F8DCA}"/>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7268834" y="1206000"/>
            <a:ext cx="4015693" cy="411414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0627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E8AB-91AA-9AB1-10CB-C2C6538DE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20E068-39F8-5864-CFC4-93C44B530CC7}"/>
              </a:ext>
            </a:extLst>
          </p:cNvPr>
          <p:cNvSpPr>
            <a:spLocks noGrp="1"/>
          </p:cNvSpPr>
          <p:nvPr>
            <p:ph type="title"/>
          </p:nvPr>
        </p:nvSpPr>
        <p:spPr>
          <a:xfrm>
            <a:off x="2551361" y="1206000"/>
            <a:ext cx="4015694" cy="4363527"/>
          </a:xfrm>
        </p:spPr>
        <p:txBody>
          <a:bodyPr>
            <a:normAutofit/>
          </a:bodyPr>
          <a:lstStyle/>
          <a:p>
            <a:r>
              <a:rPr lang="en-US" sz="2400" b="1" dirty="0">
                <a:solidFill>
                  <a:schemeClr val="accent1">
                    <a:lumMod val="50000"/>
                  </a:schemeClr>
                </a:solidFill>
                <a:latin typeface="Book Antiqua" panose="02040602050305030304" pitchFamily="18" charset="0"/>
              </a:rPr>
              <a:t>Display total revenue per event using JOIN + GROUP BY</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SELECT </a:t>
            </a:r>
            <a:r>
              <a:rPr lang="en-US" sz="1800" dirty="0" err="1">
                <a:latin typeface="Book Antiqua" panose="02040602050305030304" pitchFamily="18" charset="0"/>
              </a:rPr>
              <a:t>e.Title</a:t>
            </a:r>
            <a:r>
              <a:rPr lang="en-US" sz="1800" dirty="0">
                <a:latin typeface="Book Antiqua" panose="02040602050305030304" pitchFamily="18" charset="0"/>
              </a:rPr>
              <a:t>, SUM(</a:t>
            </a:r>
            <a:r>
              <a:rPr lang="en-US" sz="1800" dirty="0" err="1">
                <a:latin typeface="Book Antiqua" panose="02040602050305030304" pitchFamily="18" charset="0"/>
              </a:rPr>
              <a:t>r.Price</a:t>
            </a:r>
            <a:r>
              <a:rPr lang="en-US" sz="1800" dirty="0">
                <a:latin typeface="Book Antiqua" panose="02040602050305030304" pitchFamily="18" charset="0"/>
              </a:rPr>
              <a:t>) AS </a:t>
            </a:r>
            <a:r>
              <a:rPr lang="en-US" sz="1800" dirty="0" err="1">
                <a:latin typeface="Book Antiqua" panose="02040602050305030304" pitchFamily="18" charset="0"/>
              </a:rPr>
              <a:t>Total_RevenueFROM</a:t>
            </a:r>
            <a:r>
              <a:rPr lang="en-US" sz="1800" dirty="0">
                <a:latin typeface="Book Antiqua" panose="02040602050305030304" pitchFamily="18" charset="0"/>
              </a:rPr>
              <a:t> Events </a:t>
            </a:r>
            <a:r>
              <a:rPr lang="en-US" sz="1800" dirty="0" err="1">
                <a:latin typeface="Book Antiqua" panose="02040602050305030304" pitchFamily="18" charset="0"/>
              </a:rPr>
              <a:t>eJOIN</a:t>
            </a:r>
            <a:r>
              <a:rPr lang="en-US" sz="1800" dirty="0">
                <a:latin typeface="Book Antiqua" panose="02040602050305030304" pitchFamily="18" charset="0"/>
              </a:rPr>
              <a:t> Registrations r ON </a:t>
            </a:r>
            <a:r>
              <a:rPr lang="en-US" sz="1800" dirty="0" err="1">
                <a:latin typeface="Book Antiqua" panose="02040602050305030304" pitchFamily="18" charset="0"/>
              </a:rPr>
              <a:t>e.Event_id</a:t>
            </a:r>
            <a:r>
              <a:rPr lang="en-US" sz="1800" dirty="0">
                <a:latin typeface="Book Antiqua" panose="02040602050305030304" pitchFamily="18" charset="0"/>
              </a:rPr>
              <a:t> = </a:t>
            </a:r>
            <a:r>
              <a:rPr lang="en-US" sz="1800" dirty="0" err="1">
                <a:latin typeface="Book Antiqua" panose="02040602050305030304" pitchFamily="18" charset="0"/>
              </a:rPr>
              <a:t>r.Event_idGROUP</a:t>
            </a:r>
            <a:r>
              <a:rPr lang="en-US" sz="1800" dirty="0">
                <a:latin typeface="Book Antiqua" panose="02040602050305030304" pitchFamily="18" charset="0"/>
              </a:rPr>
              <a:t> BY </a:t>
            </a:r>
            <a:r>
              <a:rPr lang="en-US" sz="1800" dirty="0" err="1">
                <a:latin typeface="Book Antiqua" panose="02040602050305030304" pitchFamily="18" charset="0"/>
              </a:rPr>
              <a:t>e.Title</a:t>
            </a:r>
            <a:r>
              <a:rPr lang="en-US" sz="1800" dirty="0">
                <a:latin typeface="Book Antiqua" panose="02040602050305030304" pitchFamily="18" charset="0"/>
              </a:rPr>
              <a:t>;</a:t>
            </a:r>
            <a:endParaRPr lang="en-IN" sz="1800" dirty="0">
              <a:latin typeface="Book Antiqua" panose="02040602050305030304" pitchFamily="18" charset="0"/>
            </a:endParaRPr>
          </a:p>
        </p:txBody>
      </p:sp>
      <p:pic>
        <p:nvPicPr>
          <p:cNvPr id="5" name="Picture 4">
            <a:extLst>
              <a:ext uri="{FF2B5EF4-FFF2-40B4-BE49-F238E27FC236}">
                <a16:creationId xmlns:a16="http://schemas.microsoft.com/office/drawing/2014/main" id="{D505E651-A65B-5BC5-C8B8-0E1AED517F0C}"/>
              </a:ext>
            </a:extLst>
          </p:cNvPr>
          <p:cNvPicPr>
            <a:picLocks noChangeAspect="1"/>
          </p:cNvPicPr>
          <p:nvPr/>
        </p:nvPicPr>
        <p:blipFill>
          <a:blip r:embed="rId2">
            <a:duotone>
              <a:prstClr val="black"/>
              <a:schemeClr val="accent6">
                <a:lumMod val="60000"/>
                <a:lumOff val="40000"/>
                <a:tint val="45000"/>
                <a:satMod val="400000"/>
              </a:schemeClr>
            </a:duotone>
          </a:blip>
          <a:stretch>
            <a:fillRect/>
          </a:stretch>
        </p:blipFill>
        <p:spPr>
          <a:xfrm>
            <a:off x="7268834" y="1206000"/>
            <a:ext cx="4015693" cy="411414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89580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8FA93-F441-2393-5555-E7611A0DB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36664-9D20-8C2D-62DD-8DAFD99ED3A7}"/>
              </a:ext>
            </a:extLst>
          </p:cNvPr>
          <p:cNvSpPr>
            <a:spLocks noGrp="1"/>
          </p:cNvSpPr>
          <p:nvPr>
            <p:ph type="title"/>
          </p:nvPr>
        </p:nvSpPr>
        <p:spPr>
          <a:xfrm>
            <a:off x="1325234" y="2621973"/>
            <a:ext cx="4930093" cy="1280890"/>
          </a:xfrm>
        </p:spPr>
        <p:txBody>
          <a:bodyPr>
            <a:normAutofit/>
          </a:bodyPr>
          <a:lstStyle/>
          <a:p>
            <a:pPr algn="ctr"/>
            <a:r>
              <a:rPr lang="en-US" sz="5400" b="1" dirty="0">
                <a:solidFill>
                  <a:schemeClr val="accent6">
                    <a:lumMod val="50000"/>
                  </a:schemeClr>
                </a:solidFill>
                <a:latin typeface="Algerian" panose="04020705040A02060702" pitchFamily="82" charset="0"/>
              </a:rPr>
              <a:t>views</a:t>
            </a:r>
            <a:endParaRPr lang="en-IN" sz="4400" b="1" dirty="0">
              <a:solidFill>
                <a:schemeClr val="accent6">
                  <a:lumMod val="50000"/>
                </a:schemeClr>
              </a:solidFill>
              <a:latin typeface="Algerian" panose="04020705040A02060702" pitchFamily="82" charset="0"/>
            </a:endParaRPr>
          </a:p>
        </p:txBody>
      </p:sp>
      <p:pic>
        <p:nvPicPr>
          <p:cNvPr id="9" name="Content Placeholder 8" descr="Confetti in the air at a concert">
            <a:extLst>
              <a:ext uri="{FF2B5EF4-FFF2-40B4-BE49-F238E27FC236}">
                <a16:creationId xmlns:a16="http://schemas.microsoft.com/office/drawing/2014/main" id="{4C71E875-DF71-B9C5-9030-5D8648C424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83827" y="290946"/>
            <a:ext cx="6261733" cy="5942944"/>
          </a:xfrm>
          <a:prstGeom prst="ellipse">
            <a:avLst/>
          </a:prstGeom>
          <a:ln>
            <a:noFill/>
          </a:ln>
          <a:effectLst>
            <a:softEdge rad="112500"/>
          </a:effectLst>
        </p:spPr>
      </p:pic>
    </p:spTree>
    <p:extLst>
      <p:ext uri="{BB962C8B-B14F-4D97-AF65-F5344CB8AC3E}">
        <p14:creationId xmlns:p14="http://schemas.microsoft.com/office/powerpoint/2010/main" val="3559115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19A4D-8E8B-D61F-0BF5-19470C482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6BDF3-2E86-1410-E5F5-ABA4D8A48678}"/>
              </a:ext>
            </a:extLst>
          </p:cNvPr>
          <p:cNvSpPr>
            <a:spLocks noGrp="1"/>
          </p:cNvSpPr>
          <p:nvPr>
            <p:ph type="title"/>
          </p:nvPr>
        </p:nvSpPr>
        <p:spPr>
          <a:xfrm>
            <a:off x="2286000" y="1206000"/>
            <a:ext cx="4281055" cy="4363527"/>
          </a:xfrm>
        </p:spPr>
        <p:txBody>
          <a:bodyPr>
            <a:normAutofit/>
          </a:bodyPr>
          <a:lstStyle/>
          <a:p>
            <a:r>
              <a:rPr lang="en-US" sz="2400" b="1" dirty="0">
                <a:solidFill>
                  <a:schemeClr val="accent1">
                    <a:lumMod val="50000"/>
                  </a:schemeClr>
                </a:solidFill>
                <a:latin typeface="Book Antiqua" panose="02040602050305030304" pitchFamily="18" charset="0"/>
              </a:rPr>
              <a:t>Create view as </a:t>
            </a:r>
            <a:r>
              <a:rPr lang="en-US" sz="2400" b="1" dirty="0" err="1">
                <a:solidFill>
                  <a:schemeClr val="accent1">
                    <a:lumMod val="50000"/>
                  </a:schemeClr>
                </a:solidFill>
                <a:latin typeface="Book Antiqua" panose="02040602050305030304" pitchFamily="18" charset="0"/>
              </a:rPr>
              <a:t>EventRevenue</a:t>
            </a:r>
            <a:r>
              <a:rPr lang="en-US" sz="2400" b="1" dirty="0">
                <a:solidFill>
                  <a:schemeClr val="accent1">
                    <a:lumMod val="50000"/>
                  </a:schemeClr>
                </a:solidFill>
                <a:latin typeface="Book Antiqua" panose="02040602050305030304" pitchFamily="18" charset="0"/>
              </a:rPr>
              <a:t> </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CREATE VIEW </a:t>
            </a:r>
            <a:r>
              <a:rPr lang="en-US" sz="1800" dirty="0" err="1">
                <a:latin typeface="Book Antiqua" panose="02040602050305030304" pitchFamily="18" charset="0"/>
              </a:rPr>
              <a:t>EventRevenue</a:t>
            </a:r>
            <a:r>
              <a:rPr lang="en-US" sz="1800" dirty="0">
                <a:latin typeface="Book Antiqua" panose="02040602050305030304" pitchFamily="18" charset="0"/>
              </a:rPr>
              <a:t> ASSELECT </a:t>
            </a:r>
            <a:r>
              <a:rPr lang="en-US" sz="1800" dirty="0" err="1">
                <a:latin typeface="Book Antiqua" panose="02040602050305030304" pitchFamily="18" charset="0"/>
              </a:rPr>
              <a:t>e.Event_id</a:t>
            </a:r>
            <a:r>
              <a:rPr lang="en-US" sz="1800" dirty="0">
                <a:latin typeface="Book Antiqua" panose="02040602050305030304" pitchFamily="18" charset="0"/>
              </a:rPr>
              <a:t>, </a:t>
            </a:r>
            <a:r>
              <a:rPr lang="en-US" sz="1800" dirty="0" err="1">
                <a:latin typeface="Book Antiqua" panose="02040602050305030304" pitchFamily="18" charset="0"/>
              </a:rPr>
              <a:t>e.Title</a:t>
            </a:r>
            <a:r>
              <a:rPr lang="en-US" sz="1800" dirty="0">
                <a:latin typeface="Book Antiqua" panose="02040602050305030304" pitchFamily="18" charset="0"/>
              </a:rPr>
              <a:t>, </a:t>
            </a:r>
            <a:r>
              <a:rPr lang="en-US" sz="1800" dirty="0" err="1">
                <a:latin typeface="Book Antiqua" panose="02040602050305030304" pitchFamily="18" charset="0"/>
              </a:rPr>
              <a:t>e.Type</a:t>
            </a:r>
            <a:r>
              <a:rPr lang="en-US" sz="1800" dirty="0">
                <a:latin typeface="Book Antiqua" panose="02040602050305030304" pitchFamily="18" charset="0"/>
              </a:rPr>
              <a:t>, </a:t>
            </a:r>
            <a:r>
              <a:rPr lang="en-US" sz="1800" dirty="0" err="1">
                <a:latin typeface="Book Antiqua" panose="02040602050305030304" pitchFamily="18" charset="0"/>
              </a:rPr>
              <a:t>e.Location</a:t>
            </a:r>
            <a:r>
              <a:rPr lang="en-US" sz="1800" dirty="0">
                <a:latin typeface="Book Antiqua" panose="02040602050305030304" pitchFamily="18" charset="0"/>
              </a:rPr>
              <a:t>,  SUM(</a:t>
            </a:r>
            <a:r>
              <a:rPr lang="en-US" sz="1800" dirty="0" err="1">
                <a:latin typeface="Book Antiqua" panose="02040602050305030304" pitchFamily="18" charset="0"/>
              </a:rPr>
              <a:t>r.Price</a:t>
            </a:r>
            <a:r>
              <a:rPr lang="en-US" sz="1800" dirty="0">
                <a:latin typeface="Book Antiqua" panose="02040602050305030304" pitchFamily="18" charset="0"/>
              </a:rPr>
              <a:t>) AS </a:t>
            </a:r>
            <a:r>
              <a:rPr lang="en-US" sz="1800" dirty="0" err="1">
                <a:latin typeface="Book Antiqua" panose="02040602050305030304" pitchFamily="18" charset="0"/>
              </a:rPr>
              <a:t>Total_RevenueFROM</a:t>
            </a:r>
            <a:r>
              <a:rPr lang="en-US" sz="1800" dirty="0">
                <a:latin typeface="Book Antiqua" panose="02040602050305030304" pitchFamily="18" charset="0"/>
              </a:rPr>
              <a:t> Events </a:t>
            </a:r>
            <a:r>
              <a:rPr lang="en-US" sz="1800" dirty="0" err="1">
                <a:latin typeface="Book Antiqua" panose="02040602050305030304" pitchFamily="18" charset="0"/>
              </a:rPr>
              <a:t>eJOIN</a:t>
            </a:r>
            <a:r>
              <a:rPr lang="en-US" sz="1800" dirty="0">
                <a:latin typeface="Book Antiqua" panose="02040602050305030304" pitchFamily="18" charset="0"/>
              </a:rPr>
              <a:t> Registrations r ON </a:t>
            </a:r>
            <a:r>
              <a:rPr lang="en-US" sz="1800" dirty="0" err="1">
                <a:latin typeface="Book Antiqua" panose="02040602050305030304" pitchFamily="18" charset="0"/>
              </a:rPr>
              <a:t>e.Event_id</a:t>
            </a:r>
            <a:r>
              <a:rPr lang="en-US" sz="1800" dirty="0">
                <a:latin typeface="Book Antiqua" panose="02040602050305030304" pitchFamily="18" charset="0"/>
              </a:rPr>
              <a:t> = </a:t>
            </a:r>
            <a:r>
              <a:rPr lang="en-US" sz="1800" dirty="0" err="1">
                <a:latin typeface="Book Antiqua" panose="02040602050305030304" pitchFamily="18" charset="0"/>
              </a:rPr>
              <a:t>r.Event_idGROUP</a:t>
            </a:r>
            <a:r>
              <a:rPr lang="en-US" sz="1800" dirty="0">
                <a:latin typeface="Book Antiqua" panose="02040602050305030304" pitchFamily="18" charset="0"/>
              </a:rPr>
              <a:t> BY </a:t>
            </a:r>
            <a:r>
              <a:rPr lang="en-US" sz="1800" dirty="0" err="1">
                <a:latin typeface="Book Antiqua" panose="02040602050305030304" pitchFamily="18" charset="0"/>
              </a:rPr>
              <a:t>e.Event_id</a:t>
            </a:r>
            <a:r>
              <a:rPr lang="en-US" sz="1800" dirty="0">
                <a:latin typeface="Book Antiqua" panose="02040602050305030304" pitchFamily="18" charset="0"/>
              </a:rPr>
              <a:t>, </a:t>
            </a:r>
            <a:r>
              <a:rPr lang="en-US" sz="1800" dirty="0" err="1">
                <a:latin typeface="Book Antiqua" panose="02040602050305030304" pitchFamily="18" charset="0"/>
              </a:rPr>
              <a:t>e.Title</a:t>
            </a:r>
            <a:r>
              <a:rPr lang="en-US" sz="1800" dirty="0">
                <a:latin typeface="Book Antiqua" panose="02040602050305030304" pitchFamily="18" charset="0"/>
              </a:rPr>
              <a:t>, </a:t>
            </a:r>
            <a:r>
              <a:rPr lang="en-US" sz="1800" dirty="0" err="1">
                <a:latin typeface="Book Antiqua" panose="02040602050305030304" pitchFamily="18" charset="0"/>
              </a:rPr>
              <a:t>e.Type</a:t>
            </a:r>
            <a:r>
              <a:rPr lang="en-US" sz="1800" dirty="0">
                <a:latin typeface="Book Antiqua" panose="02040602050305030304" pitchFamily="18" charset="0"/>
              </a:rPr>
              <a:t>, </a:t>
            </a:r>
            <a:r>
              <a:rPr lang="en-US" sz="1800" dirty="0" err="1">
                <a:latin typeface="Book Antiqua" panose="02040602050305030304" pitchFamily="18" charset="0"/>
              </a:rPr>
              <a:t>e.Location</a:t>
            </a:r>
            <a:r>
              <a:rPr lang="en-US" sz="1800" dirty="0">
                <a:latin typeface="Book Antiqua" panose="02040602050305030304" pitchFamily="18" charset="0"/>
              </a:rPr>
              <a:t>;</a:t>
            </a:r>
            <a:endParaRPr lang="en-IN" sz="1800" dirty="0">
              <a:latin typeface="Book Antiqua" panose="02040602050305030304" pitchFamily="18" charset="0"/>
            </a:endParaRPr>
          </a:p>
        </p:txBody>
      </p:sp>
      <p:pic>
        <p:nvPicPr>
          <p:cNvPr id="4" name="Picture 3">
            <a:extLst>
              <a:ext uri="{FF2B5EF4-FFF2-40B4-BE49-F238E27FC236}">
                <a16:creationId xmlns:a16="http://schemas.microsoft.com/office/drawing/2014/main" id="{7D0A4ABD-A224-9970-9FE7-AC96A76ED0E7}"/>
              </a:ext>
            </a:extLst>
          </p:cNvPr>
          <p:cNvPicPr>
            <a:picLocks noChangeAspect="1"/>
          </p:cNvPicPr>
          <p:nvPr/>
        </p:nvPicPr>
        <p:blipFill>
          <a:blip r:embed="rId2">
            <a:duotone>
              <a:prstClr val="black"/>
              <a:schemeClr val="accent2">
                <a:lumMod val="40000"/>
                <a:lumOff val="60000"/>
                <a:tint val="45000"/>
                <a:satMod val="400000"/>
              </a:schemeClr>
            </a:duotone>
          </a:blip>
          <a:stretch>
            <a:fillRect/>
          </a:stretch>
        </p:blipFill>
        <p:spPr>
          <a:xfrm>
            <a:off x="6419464" y="1045719"/>
            <a:ext cx="5525271" cy="452380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42625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7C6B4-2217-8219-8C3F-02F5C471C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9ED22-9D7D-70BC-C249-EB2E6ED7200F}"/>
              </a:ext>
            </a:extLst>
          </p:cNvPr>
          <p:cNvSpPr>
            <a:spLocks noGrp="1"/>
          </p:cNvSpPr>
          <p:nvPr>
            <p:ph type="title"/>
          </p:nvPr>
        </p:nvSpPr>
        <p:spPr>
          <a:xfrm>
            <a:off x="1589809" y="1132936"/>
            <a:ext cx="4281055" cy="4363527"/>
          </a:xfrm>
        </p:spPr>
        <p:txBody>
          <a:bodyPr>
            <a:normAutofit/>
          </a:bodyPr>
          <a:lstStyle/>
          <a:p>
            <a:r>
              <a:rPr lang="en-US" sz="2400" b="1" dirty="0">
                <a:solidFill>
                  <a:schemeClr val="accent1">
                    <a:lumMod val="50000"/>
                  </a:schemeClr>
                </a:solidFill>
                <a:latin typeface="Book Antiqua" panose="02040602050305030304" pitchFamily="18" charset="0"/>
              </a:rPr>
              <a:t>Create view as </a:t>
            </a:r>
            <a:r>
              <a:rPr lang="en-US" sz="2400" b="1" dirty="0" err="1">
                <a:solidFill>
                  <a:schemeClr val="accent1">
                    <a:lumMod val="50000"/>
                  </a:schemeClr>
                </a:solidFill>
                <a:latin typeface="Book Antiqua" panose="02040602050305030304" pitchFamily="18" charset="0"/>
              </a:rPr>
              <a:t>EventRevenue</a:t>
            </a:r>
            <a:r>
              <a:rPr lang="en-US" sz="2400" b="1" dirty="0">
                <a:solidFill>
                  <a:schemeClr val="accent1">
                    <a:lumMod val="50000"/>
                  </a:schemeClr>
                </a:solidFill>
                <a:latin typeface="Book Antiqua" panose="02040602050305030304" pitchFamily="18" charset="0"/>
              </a:rPr>
              <a:t> </a:t>
            </a:r>
            <a:br>
              <a:rPr lang="en-US" sz="2400" b="1" dirty="0">
                <a:solidFill>
                  <a:schemeClr val="accent1">
                    <a:lumMod val="50000"/>
                  </a:schemeClr>
                </a:solidFill>
                <a:latin typeface="Book Antiqua" panose="02040602050305030304" pitchFamily="18" charset="0"/>
              </a:rPr>
            </a:br>
            <a:br>
              <a:rPr lang="en-US" sz="1800" b="1" dirty="0">
                <a:latin typeface="Book Antiqua" panose="02040602050305030304" pitchFamily="18" charset="0"/>
              </a:rPr>
            </a:br>
            <a:r>
              <a:rPr lang="en-US" sz="1800" b="1" dirty="0">
                <a:latin typeface="Book Antiqua" panose="02040602050305030304" pitchFamily="18" charset="0"/>
              </a:rPr>
              <a:t>Syntax: </a:t>
            </a:r>
            <a:br>
              <a:rPr lang="en-US" sz="1800" b="1" dirty="0">
                <a:latin typeface="Book Antiqua" panose="02040602050305030304" pitchFamily="18" charset="0"/>
              </a:rPr>
            </a:br>
            <a:r>
              <a:rPr lang="en-US" sz="1800" dirty="0">
                <a:latin typeface="Book Antiqua" panose="02040602050305030304" pitchFamily="18" charset="0"/>
              </a:rPr>
              <a:t>CREATE VIEW </a:t>
            </a:r>
            <a:r>
              <a:rPr lang="en-US" sz="1800" dirty="0" err="1">
                <a:latin typeface="Book Antiqua" panose="02040602050305030304" pitchFamily="18" charset="0"/>
              </a:rPr>
              <a:t>EventRevenue</a:t>
            </a:r>
            <a:r>
              <a:rPr lang="en-US" sz="1800" dirty="0">
                <a:latin typeface="Book Antiqua" panose="02040602050305030304" pitchFamily="18" charset="0"/>
              </a:rPr>
              <a:t> ASSELECT </a:t>
            </a:r>
            <a:r>
              <a:rPr lang="en-US" sz="1800" dirty="0" err="1">
                <a:latin typeface="Book Antiqua" panose="02040602050305030304" pitchFamily="18" charset="0"/>
              </a:rPr>
              <a:t>e.Event_id</a:t>
            </a:r>
            <a:r>
              <a:rPr lang="en-US" sz="1800" dirty="0">
                <a:latin typeface="Book Antiqua" panose="02040602050305030304" pitchFamily="18" charset="0"/>
              </a:rPr>
              <a:t>, </a:t>
            </a:r>
            <a:r>
              <a:rPr lang="en-US" sz="1800" dirty="0" err="1">
                <a:latin typeface="Book Antiqua" panose="02040602050305030304" pitchFamily="18" charset="0"/>
              </a:rPr>
              <a:t>e.Title</a:t>
            </a:r>
            <a:r>
              <a:rPr lang="en-US" sz="1800" dirty="0">
                <a:latin typeface="Book Antiqua" panose="02040602050305030304" pitchFamily="18" charset="0"/>
              </a:rPr>
              <a:t>, </a:t>
            </a:r>
            <a:r>
              <a:rPr lang="en-US" sz="1800" dirty="0" err="1">
                <a:latin typeface="Book Antiqua" panose="02040602050305030304" pitchFamily="18" charset="0"/>
              </a:rPr>
              <a:t>e.Type</a:t>
            </a:r>
            <a:r>
              <a:rPr lang="en-US" sz="1800" dirty="0">
                <a:latin typeface="Book Antiqua" panose="02040602050305030304" pitchFamily="18" charset="0"/>
              </a:rPr>
              <a:t>, </a:t>
            </a:r>
            <a:r>
              <a:rPr lang="en-US" sz="1800" dirty="0" err="1">
                <a:latin typeface="Book Antiqua" panose="02040602050305030304" pitchFamily="18" charset="0"/>
              </a:rPr>
              <a:t>e.Location</a:t>
            </a:r>
            <a:r>
              <a:rPr lang="en-US" sz="1800" dirty="0">
                <a:latin typeface="Book Antiqua" panose="02040602050305030304" pitchFamily="18" charset="0"/>
              </a:rPr>
              <a:t>,  SUM(</a:t>
            </a:r>
            <a:r>
              <a:rPr lang="en-US" sz="1800" dirty="0" err="1">
                <a:latin typeface="Book Antiqua" panose="02040602050305030304" pitchFamily="18" charset="0"/>
              </a:rPr>
              <a:t>r.Price</a:t>
            </a:r>
            <a:r>
              <a:rPr lang="en-US" sz="1800" dirty="0">
                <a:latin typeface="Book Antiqua" panose="02040602050305030304" pitchFamily="18" charset="0"/>
              </a:rPr>
              <a:t>) AS </a:t>
            </a:r>
            <a:r>
              <a:rPr lang="en-US" sz="1800" dirty="0" err="1">
                <a:latin typeface="Book Antiqua" panose="02040602050305030304" pitchFamily="18" charset="0"/>
              </a:rPr>
              <a:t>Total_RevenueFROM</a:t>
            </a:r>
            <a:r>
              <a:rPr lang="en-US" sz="1800" dirty="0">
                <a:latin typeface="Book Antiqua" panose="02040602050305030304" pitchFamily="18" charset="0"/>
              </a:rPr>
              <a:t> Events </a:t>
            </a:r>
            <a:r>
              <a:rPr lang="en-US" sz="1800" dirty="0" err="1">
                <a:latin typeface="Book Antiqua" panose="02040602050305030304" pitchFamily="18" charset="0"/>
              </a:rPr>
              <a:t>eJOIN</a:t>
            </a:r>
            <a:r>
              <a:rPr lang="en-US" sz="1800" dirty="0">
                <a:latin typeface="Book Antiqua" panose="02040602050305030304" pitchFamily="18" charset="0"/>
              </a:rPr>
              <a:t> Registrations r ON </a:t>
            </a:r>
            <a:r>
              <a:rPr lang="en-US" sz="1800" dirty="0" err="1">
                <a:latin typeface="Book Antiqua" panose="02040602050305030304" pitchFamily="18" charset="0"/>
              </a:rPr>
              <a:t>e.Event_id</a:t>
            </a:r>
            <a:r>
              <a:rPr lang="en-US" sz="1800" dirty="0">
                <a:latin typeface="Book Antiqua" panose="02040602050305030304" pitchFamily="18" charset="0"/>
              </a:rPr>
              <a:t> = </a:t>
            </a:r>
            <a:r>
              <a:rPr lang="en-US" sz="1800" dirty="0" err="1">
                <a:latin typeface="Book Antiqua" panose="02040602050305030304" pitchFamily="18" charset="0"/>
              </a:rPr>
              <a:t>r.Event_idGROUP</a:t>
            </a:r>
            <a:r>
              <a:rPr lang="en-US" sz="1800" dirty="0">
                <a:latin typeface="Book Antiqua" panose="02040602050305030304" pitchFamily="18" charset="0"/>
              </a:rPr>
              <a:t> BY </a:t>
            </a:r>
            <a:r>
              <a:rPr lang="en-US" sz="1800" dirty="0" err="1">
                <a:latin typeface="Book Antiqua" panose="02040602050305030304" pitchFamily="18" charset="0"/>
              </a:rPr>
              <a:t>e.Event_id</a:t>
            </a:r>
            <a:r>
              <a:rPr lang="en-US" sz="1800" dirty="0">
                <a:latin typeface="Book Antiqua" panose="02040602050305030304" pitchFamily="18" charset="0"/>
              </a:rPr>
              <a:t>, </a:t>
            </a:r>
            <a:r>
              <a:rPr lang="en-US" sz="1800" dirty="0" err="1">
                <a:latin typeface="Book Antiqua" panose="02040602050305030304" pitchFamily="18" charset="0"/>
              </a:rPr>
              <a:t>e.Title</a:t>
            </a:r>
            <a:r>
              <a:rPr lang="en-US" sz="1800" dirty="0">
                <a:latin typeface="Book Antiqua" panose="02040602050305030304" pitchFamily="18" charset="0"/>
              </a:rPr>
              <a:t>, </a:t>
            </a:r>
            <a:r>
              <a:rPr lang="en-US" sz="1800" dirty="0" err="1">
                <a:latin typeface="Book Antiqua" panose="02040602050305030304" pitchFamily="18" charset="0"/>
              </a:rPr>
              <a:t>e.Type</a:t>
            </a:r>
            <a:r>
              <a:rPr lang="en-US" sz="1800" dirty="0">
                <a:latin typeface="Book Antiqua" panose="02040602050305030304" pitchFamily="18" charset="0"/>
              </a:rPr>
              <a:t>, </a:t>
            </a:r>
            <a:r>
              <a:rPr lang="en-US" sz="1800" dirty="0" err="1">
                <a:latin typeface="Book Antiqua" panose="02040602050305030304" pitchFamily="18" charset="0"/>
              </a:rPr>
              <a:t>e.Location</a:t>
            </a:r>
            <a:r>
              <a:rPr lang="en-US" sz="1800" dirty="0">
                <a:latin typeface="Book Antiqua" panose="02040602050305030304" pitchFamily="18" charset="0"/>
              </a:rPr>
              <a:t>;</a:t>
            </a:r>
            <a:endParaRPr lang="en-IN" sz="1800" dirty="0">
              <a:latin typeface="Book Antiqua" panose="02040602050305030304" pitchFamily="18" charset="0"/>
            </a:endParaRPr>
          </a:p>
        </p:txBody>
      </p:sp>
      <p:pic>
        <p:nvPicPr>
          <p:cNvPr id="5" name="Picture 4">
            <a:extLst>
              <a:ext uri="{FF2B5EF4-FFF2-40B4-BE49-F238E27FC236}">
                <a16:creationId xmlns:a16="http://schemas.microsoft.com/office/drawing/2014/main" id="{9ABDE05C-4364-7A66-5931-4B554B689B8E}"/>
              </a:ext>
            </a:extLst>
          </p:cNvPr>
          <p:cNvPicPr>
            <a:picLocks noChangeAspect="1"/>
          </p:cNvPicPr>
          <p:nvPr/>
        </p:nvPicPr>
        <p:blipFill>
          <a:blip r:embed="rId2">
            <a:duotone>
              <a:prstClr val="black"/>
              <a:schemeClr val="accent2">
                <a:lumMod val="40000"/>
                <a:lumOff val="60000"/>
                <a:tint val="45000"/>
                <a:satMod val="400000"/>
              </a:schemeClr>
            </a:duotone>
          </a:blip>
          <a:stretch>
            <a:fillRect/>
          </a:stretch>
        </p:blipFill>
        <p:spPr>
          <a:xfrm>
            <a:off x="5690754" y="1059872"/>
            <a:ext cx="6255329" cy="450965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8567413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llage of a group of people">
            <a:extLst>
              <a:ext uri="{FF2B5EF4-FFF2-40B4-BE49-F238E27FC236}">
                <a16:creationId xmlns:a16="http://schemas.microsoft.com/office/drawing/2014/main" id="{0FE31489-39E6-CE88-D0A0-04477F658D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EBDB8EDC-D9FD-723E-0F31-2DEFA79BBE9F}"/>
              </a:ext>
            </a:extLst>
          </p:cNvPr>
          <p:cNvSpPr txBox="1"/>
          <p:nvPr/>
        </p:nvSpPr>
        <p:spPr>
          <a:xfrm>
            <a:off x="3396239" y="2047009"/>
            <a:ext cx="5229805" cy="1107996"/>
          </a:xfrm>
          <a:prstGeom prst="rect">
            <a:avLst/>
          </a:prstGeom>
          <a:noFill/>
        </p:spPr>
        <p:txBody>
          <a:bodyPr wrap="square" rtlCol="0">
            <a:spAutoFit/>
          </a:bodyPr>
          <a:lstStyle/>
          <a:p>
            <a:pPr algn="ctr"/>
            <a:r>
              <a:rPr lang="en-US" sz="6600">
                <a:latin typeface="Algerian" panose="04020705040A02060702" pitchFamily="82" charset="0"/>
              </a:rPr>
              <a:t>THANK YOU !</a:t>
            </a:r>
            <a:endParaRPr lang="en-IN" dirty="0">
              <a:latin typeface="Algerian" panose="04020705040A02060702" pitchFamily="82" charset="0"/>
            </a:endParaRPr>
          </a:p>
        </p:txBody>
      </p:sp>
    </p:spTree>
    <p:extLst>
      <p:ext uri="{BB962C8B-B14F-4D97-AF65-F5344CB8AC3E}">
        <p14:creationId xmlns:p14="http://schemas.microsoft.com/office/powerpoint/2010/main" val="273415667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TM02892315[[fn=Wisp]]</Template>
  <TotalTime>397</TotalTime>
  <Words>991</Words>
  <Application>Microsoft Office PowerPoint</Application>
  <PresentationFormat>Widescreen</PresentationFormat>
  <Paragraphs>42</Paragraphs>
  <Slides>30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Algerian</vt:lpstr>
      <vt:lpstr>Aptos</vt:lpstr>
      <vt:lpstr>Arial</vt:lpstr>
      <vt:lpstr>Book Antiqua</vt:lpstr>
      <vt:lpstr>Century Gothic</vt:lpstr>
      <vt:lpstr>Wingdings 3</vt:lpstr>
      <vt:lpstr>Wisp</vt:lpstr>
      <vt:lpstr>Design and Implementation of Event Management System in SQL  </vt:lpstr>
      <vt:lpstr>Abstract</vt:lpstr>
      <vt:lpstr>Entity Relationship Diagram  </vt:lpstr>
      <vt:lpstr>Organizers Table </vt:lpstr>
      <vt:lpstr>Events Table </vt:lpstr>
      <vt:lpstr>Sponsors Table </vt:lpstr>
      <vt:lpstr>attendees Table </vt:lpstr>
      <vt:lpstr>Registrations Table </vt:lpstr>
      <vt:lpstr>Contents of oraganizers Table</vt:lpstr>
      <vt:lpstr>Contents of events Table</vt:lpstr>
      <vt:lpstr>Contents of Sponsors Table</vt:lpstr>
      <vt:lpstr>Contents of attendees Table</vt:lpstr>
      <vt:lpstr>Contents of registrations Table</vt:lpstr>
      <vt:lpstr>SUBQUERIES</vt:lpstr>
      <vt:lpstr>Find attendees who paid more than the average ticket price  Syntax:  SELECT Attendee_id, Name, EmailFROM AttendeesWHERE Attendee_id IN (SELECT Attendee_id    FROM Registrations    WHERE Price &gt; (SELECT AVG(Price) FROM Registrations));</vt:lpstr>
      <vt:lpstr>List events that have sponsors contributing above 5,00,000  Syntax:  SELECT Event_id, Title, Location, DateFROM EventsWHERE Event_id IN (SELECT Event_id    FROM Sponsors    WHERE Contribution &gt; 300000);</vt:lpstr>
      <vt:lpstr>Find organizers who have at least one event in Mumbai  Syntax:  SELECT ID, Name, EmailFROM OrganizersWHERE ID IN ( SELECT Organizer_id    FROM Events    WHERE Location = 'Mumbai');</vt:lpstr>
      <vt:lpstr>Get attendees who did not register for any event  Syntax:  SELECT Attendee_id, Name, EmailFROM AttendeesWHERE Attendee_id NOT IN (    SELECT DISTINCT Attendee_id FROM Registrations);</vt:lpstr>
      <vt:lpstr>Find the most expensive event (based on max ticket price)  Syntax:  SELECT Event_id, Title, Type, LocationFROM EventsWHERE Event_id IN (    SELECT Event_id    FROM Registrations    WHERE Price = (SELECT MAX(Price) FROM Registrations));</vt:lpstr>
      <vt:lpstr>JOINS</vt:lpstr>
      <vt:lpstr>Display all events with their organizers (INNER JOIN)  Syntax:  SELECT e.Title, e.Date, o.Name AS OrganizerFROM Events eINNER JOIN Organizers o ON e.Organizer_id = o.ID;</vt:lpstr>
      <vt:lpstr>Show registrations with attendee names and event titles (INNER JOIN)  Syntax:  SELECT r.Registration_id, a.Name AS Attendee, e.Title AS Event, r.Ticket_type, r.PriceFROM Registrations rINNER JOIN Attendees a ON r.Attendee_id = a.Attendee_idINNER JOIN Events e ON r.Event_id = e.Event_id;</vt:lpstr>
      <vt:lpstr>List all events and their sponsors (LEFT JOIN – even if no sponsor)  Syntax:  SELECT e.event_id, e.Title, e.Location, s.Sponsor_name, s.ContributionFROM Events eLEFT JOIN Sponsors s ON e.Event_id = s.Event_id;</vt:lpstr>
      <vt:lpstr>Find attendees and the events they registered for (RIGHT JOIN)  Syntax:  SELECT a.attendee_id, a.Name, e.Title, r.Ticket_typeFROM Registrations rRIGHT JOIN Attendees a ON r.Attendee_id = a.Attendee_idRIGHT JOIN Events e ON r.Event_id = e.Event_id;</vt:lpstr>
      <vt:lpstr>Display total revenue per event using JOIN + GROUP BY  Syntax:  SELECT e.Title, SUM(r.Price) AS Total_RevenueFROM Events eJOIN Registrations r ON e.Event_id = r.Event_idGROUP BY e.Title;</vt:lpstr>
      <vt:lpstr>Display total revenue per event using JOIN + GROUP BY  Syntax:  SELECT e.Title, SUM(r.Price) AS Total_RevenueFROM Events eJOIN Registrations r ON e.Event_id = r.Event_idGROUP BY e.Title;</vt:lpstr>
      <vt:lpstr>views</vt:lpstr>
      <vt:lpstr>Create view as EventRevenue   Syntax:  CREATE VIEW EventRevenue ASSELECT e.Event_id, e.Title, e.Type, e.Location,  SUM(r.Price) AS Total_RevenueFROM Events eJOIN Registrations r ON e.Event_id = r.Event_idGROUP BY e.Event_id, e.Title, e.Type, e.Location;</vt:lpstr>
      <vt:lpstr>Create view as EventRevenue   Syntax:  CREATE VIEW EventRevenue ASSELECT e.Event_id, e.Title, e.Type, e.Location,  SUM(r.Price) AS Total_RevenueFROM Events eJOIN Registrations r ON e.Event_id = r.Event_idGROUP BY e.Event_id, e.Title, e.Type, e.Location;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Prachi Sonaje</dc:creator>
  <cp:lastModifiedBy>Prachi Sonaje</cp:lastModifiedBy>
  <cp:revision>3</cp:revision>
  <dcterms:created xsi:type="dcterms:W3CDTF">2025-09-09T12:48:25Z</dcterms:created>
  <dcterms:modified xsi:type="dcterms:W3CDTF">2025-09-22T07:11:40Z</dcterms:modified>
</cp:coreProperties>
</file>